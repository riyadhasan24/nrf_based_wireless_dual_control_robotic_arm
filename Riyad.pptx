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76" r:id="rId3"/>
    <p:sldId id="257" r:id="rId4"/>
    <p:sldId id="275" r:id="rId5"/>
    <p:sldId id="258" r:id="rId6"/>
    <p:sldId id="259" r:id="rId7"/>
    <p:sldId id="267" r:id="rId8"/>
    <p:sldId id="261" r:id="rId9"/>
    <p:sldId id="277" r:id="rId10"/>
    <p:sldId id="268" r:id="rId11"/>
    <p:sldId id="269" r:id="rId12"/>
    <p:sldId id="270" r:id="rId13"/>
    <p:sldId id="278" r:id="rId14"/>
    <p:sldId id="260" r:id="rId15"/>
    <p:sldId id="271" r:id="rId16"/>
    <p:sldId id="279" r:id="rId17"/>
    <p:sldId id="272" r:id="rId18"/>
    <p:sldId id="273" r:id="rId19"/>
    <p:sldId id="280" r:id="rId20"/>
    <p:sldId id="274" r:id="rId21"/>
    <p:sldId id="265" r:id="rId22"/>
  </p:sldIdLst>
  <p:sldSz cx="18288000" cy="10287000"/>
  <p:notesSz cx="6858000" cy="9144000"/>
  <p:embeddedFontLst>
    <p:embeddedFont>
      <p:font typeface="Calibri" pitchFamily="34" charset="0"/>
      <p:regular r:id="rId24"/>
      <p:bold r:id="rId25"/>
      <p:italic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CC"/>
    <a:srgbClr val="CCFF9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autoAdjust="0"/>
    <p:restoredTop sz="94622" autoAdjust="0"/>
  </p:normalViewPr>
  <p:slideViewPr>
    <p:cSldViewPr>
      <p:cViewPr varScale="1">
        <p:scale>
          <a:sx n="75" d="100"/>
          <a:sy n="75" d="100"/>
        </p:scale>
        <p:origin x="-474" y="-3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u Shufian" userId="62e11fb761702994" providerId="LiveId" clId="{CB2F692A-7105-497C-8155-693E4A63BE62}"/>
    <pc:docChg chg="undo custSel addSld delSld modSld sldOrd">
      <pc:chgData name="Abu Shufian" userId="62e11fb761702994" providerId="LiveId" clId="{CB2F692A-7105-497C-8155-693E4A63BE62}" dt="2025-07-10T18:42:50.998" v="623" actId="20577"/>
      <pc:docMkLst>
        <pc:docMk/>
      </pc:docMkLst>
      <pc:sldChg chg="addSp delSp modSp mod">
        <pc:chgData name="Abu Shufian" userId="62e11fb761702994" providerId="LiveId" clId="{CB2F692A-7105-497C-8155-693E4A63BE62}" dt="2025-07-10T18:38:16.148" v="553" actId="1076"/>
        <pc:sldMkLst>
          <pc:docMk/>
          <pc:sldMk cId="0" sldId="256"/>
        </pc:sldMkLst>
        <pc:spChg chg="del">
          <ac:chgData name="Abu Shufian" userId="62e11fb761702994" providerId="LiveId" clId="{CB2F692A-7105-497C-8155-693E4A63BE62}" dt="2025-07-10T17:59:27.995" v="1" actId="478"/>
          <ac:spMkLst>
            <pc:docMk/>
            <pc:sldMk cId="0" sldId="256"/>
            <ac:spMk id="8" creationId="{00000000-0000-0000-0000-000000000000}"/>
          </ac:spMkLst>
        </pc:spChg>
        <pc:spChg chg="del">
          <ac:chgData name="Abu Shufian" userId="62e11fb761702994" providerId="LiveId" clId="{CB2F692A-7105-497C-8155-693E4A63BE62}" dt="2025-07-10T17:59:26.070" v="0" actId="478"/>
          <ac:spMkLst>
            <pc:docMk/>
            <pc:sldMk cId="0" sldId="256"/>
            <ac:spMk id="9" creationId="{00000000-0000-0000-0000-000000000000}"/>
          </ac:spMkLst>
        </pc:spChg>
        <pc:spChg chg="add mod">
          <ac:chgData name="Abu Shufian" userId="62e11fb761702994" providerId="LiveId" clId="{CB2F692A-7105-497C-8155-693E4A63BE62}" dt="2025-07-10T18:00:10.831" v="3" actId="1076"/>
          <ac:spMkLst>
            <pc:docMk/>
            <pc:sldMk cId="0" sldId="256"/>
            <ac:spMk id="10" creationId="{A99E6AB3-51AD-EDE0-2F77-DDF5464F2DCF}"/>
          </ac:spMkLst>
        </pc:spChg>
        <pc:spChg chg="add mod">
          <ac:chgData name="Abu Shufian" userId="62e11fb761702994" providerId="LiveId" clId="{CB2F692A-7105-497C-8155-693E4A63BE62}" dt="2025-07-10T18:00:24.942" v="4"/>
          <ac:spMkLst>
            <pc:docMk/>
            <pc:sldMk cId="0" sldId="256"/>
            <ac:spMk id="12" creationId="{B2593579-F640-1D82-5CAC-EF1F63B63A68}"/>
          </ac:spMkLst>
        </pc:spChg>
        <pc:spChg chg="add mod">
          <ac:chgData name="Abu Shufian" userId="62e11fb761702994" providerId="LiveId" clId="{CB2F692A-7105-497C-8155-693E4A63BE62}" dt="2025-07-10T18:01:38.452" v="12" actId="20577"/>
          <ac:spMkLst>
            <pc:docMk/>
            <pc:sldMk cId="0" sldId="256"/>
            <ac:spMk id="13" creationId="{7C053AF8-412C-B893-3C22-9AAEEBEEE26C}"/>
          </ac:spMkLst>
        </pc:spChg>
        <pc:spChg chg="add mod">
          <ac:chgData name="Abu Shufian" userId="62e11fb761702994" providerId="LiveId" clId="{CB2F692A-7105-497C-8155-693E4A63BE62}" dt="2025-07-10T18:01:32.716" v="11" actId="113"/>
          <ac:spMkLst>
            <pc:docMk/>
            <pc:sldMk cId="0" sldId="256"/>
            <ac:spMk id="14" creationId="{1BCDD7FF-DDEC-FBBF-AFFC-B5104C356CF9}"/>
          </ac:spMkLst>
        </pc:spChg>
        <pc:spChg chg="add mod">
          <ac:chgData name="Abu Shufian" userId="62e11fb761702994" providerId="LiveId" clId="{CB2F692A-7105-497C-8155-693E4A63BE62}" dt="2025-07-10T18:38:16.148" v="553" actId="1076"/>
          <ac:spMkLst>
            <pc:docMk/>
            <pc:sldMk cId="0" sldId="256"/>
            <ac:spMk id="15" creationId="{74A54C2F-BF16-7FAB-C786-D1447AD1EF44}"/>
          </ac:spMkLst>
        </pc:spChg>
        <pc:picChg chg="add mod">
          <ac:chgData name="Abu Shufian" userId="62e11fb761702994" providerId="LiveId" clId="{CB2F692A-7105-497C-8155-693E4A63BE62}" dt="2025-07-10T18:00:10.831" v="3" actId="1076"/>
          <ac:picMkLst>
            <pc:docMk/>
            <pc:sldMk cId="0" sldId="256"/>
            <ac:picMk id="11" creationId="{343F2B22-B78E-D245-2BEB-2E694CDABA73}"/>
          </ac:picMkLst>
        </pc:picChg>
        <pc:picChg chg="add mod">
          <ac:chgData name="Abu Shufian" userId="62e11fb761702994" providerId="LiveId" clId="{CB2F692A-7105-497C-8155-693E4A63BE62}" dt="2025-07-10T18:38:16.148" v="553" actId="1076"/>
          <ac:picMkLst>
            <pc:docMk/>
            <pc:sldMk cId="0" sldId="256"/>
            <ac:picMk id="16" creationId="{EC5B76BB-5412-BD61-9981-50323C50533A}"/>
          </ac:picMkLst>
        </pc:picChg>
      </pc:sldChg>
      <pc:sldChg chg="addSp delSp modSp mod">
        <pc:chgData name="Abu Shufian" userId="62e11fb761702994" providerId="LiveId" clId="{CB2F692A-7105-497C-8155-693E4A63BE62}" dt="2025-07-10T18:40:47.702" v="585" actId="20577"/>
        <pc:sldMkLst>
          <pc:docMk/>
          <pc:sldMk cId="0" sldId="257"/>
        </pc:sldMkLst>
        <pc:spChg chg="del mod">
          <ac:chgData name="Abu Shufian" userId="62e11fb761702994" providerId="LiveId" clId="{CB2F692A-7105-497C-8155-693E4A63BE62}" dt="2025-07-10T18:34:40.241" v="458" actId="478"/>
          <ac:spMkLst>
            <pc:docMk/>
            <pc:sldMk cId="0" sldId="257"/>
            <ac:spMk id="5" creationId="{00000000-0000-0000-0000-000000000000}"/>
          </ac:spMkLst>
        </pc:spChg>
        <pc:spChg chg="del mod">
          <ac:chgData name="Abu Shufian" userId="62e11fb761702994" providerId="LiveId" clId="{CB2F692A-7105-497C-8155-693E4A63BE62}" dt="2025-07-10T18:34:42.021" v="459" actId="478"/>
          <ac:spMkLst>
            <pc:docMk/>
            <pc:sldMk cId="0" sldId="257"/>
            <ac:spMk id="6" creationId="{00000000-0000-0000-0000-000000000000}"/>
          </ac:spMkLst>
        </pc:spChg>
        <pc:spChg chg="add del mod">
          <ac:chgData name="Abu Shufian" userId="62e11fb761702994" providerId="LiveId" clId="{CB2F692A-7105-497C-8155-693E4A63BE62}" dt="2025-07-10T18:35:33.805" v="465" actId="478"/>
          <ac:spMkLst>
            <pc:docMk/>
            <pc:sldMk cId="0" sldId="257"/>
            <ac:spMk id="10" creationId="{7FEB230B-F55E-EC70-B7D8-308816B76CEF}"/>
          </ac:spMkLst>
        </pc:spChg>
        <pc:spChg chg="add mod">
          <ac:chgData name="Abu Shufian" userId="62e11fb761702994" providerId="LiveId" clId="{CB2F692A-7105-497C-8155-693E4A63BE62}" dt="2025-07-10T18:37:23.376" v="550" actId="12"/>
          <ac:spMkLst>
            <pc:docMk/>
            <pc:sldMk cId="0" sldId="257"/>
            <ac:spMk id="11" creationId="{9E91E40D-5942-CEB1-B6E9-BF83055755F8}"/>
          </ac:spMkLst>
        </pc:spChg>
        <pc:spChg chg="add mod">
          <ac:chgData name="Abu Shufian" userId="62e11fb761702994" providerId="LiveId" clId="{CB2F692A-7105-497C-8155-693E4A63BE62}" dt="2025-07-10T18:37:32.187" v="551" actId="12"/>
          <ac:spMkLst>
            <pc:docMk/>
            <pc:sldMk cId="0" sldId="257"/>
            <ac:spMk id="12" creationId="{148F5034-0FF5-905C-CD62-96018346707E}"/>
          </ac:spMkLst>
        </pc:spChg>
        <pc:spChg chg="add mod">
          <ac:chgData name="Abu Shufian" userId="62e11fb761702994" providerId="LiveId" clId="{CB2F692A-7105-497C-8155-693E4A63BE62}" dt="2025-07-10T18:35:57.987" v="472" actId="1076"/>
          <ac:spMkLst>
            <pc:docMk/>
            <pc:sldMk cId="0" sldId="257"/>
            <ac:spMk id="13" creationId="{0CB295F6-4197-DD6F-F96E-F2069995CF50}"/>
          </ac:spMkLst>
        </pc:spChg>
        <pc:spChg chg="add mod">
          <ac:chgData name="Abu Shufian" userId="62e11fb761702994" providerId="LiveId" clId="{CB2F692A-7105-497C-8155-693E4A63BE62}" dt="2025-07-10T18:38:27.275" v="556" actId="1076"/>
          <ac:spMkLst>
            <pc:docMk/>
            <pc:sldMk cId="0" sldId="257"/>
            <ac:spMk id="14" creationId="{74A54C2F-BF16-7FAB-C786-D1447AD1EF44}"/>
          </ac:spMkLst>
        </pc:spChg>
        <pc:spChg chg="add mod">
          <ac:chgData name="Abu Shufian" userId="62e11fb761702994" providerId="LiveId" clId="{CB2F692A-7105-497C-8155-693E4A63BE62}" dt="2025-07-10T18:40:47.702" v="585" actId="20577"/>
          <ac:spMkLst>
            <pc:docMk/>
            <pc:sldMk cId="0" sldId="257"/>
            <ac:spMk id="16" creationId="{F0700DC3-64F2-6A1E-1B3E-9CA5DA4D5C1B}"/>
          </ac:spMkLst>
        </pc:spChg>
        <pc:picChg chg="add mod">
          <ac:chgData name="Abu Shufian" userId="62e11fb761702994" providerId="LiveId" clId="{CB2F692A-7105-497C-8155-693E4A63BE62}" dt="2025-07-10T18:38:27.275" v="556" actId="1076"/>
          <ac:picMkLst>
            <pc:docMk/>
            <pc:sldMk cId="0" sldId="257"/>
            <ac:picMk id="15" creationId="{EC5B76BB-5412-BD61-9981-50323C50533A}"/>
          </ac:picMkLst>
        </pc:picChg>
      </pc:sldChg>
      <pc:sldChg chg="addSp delSp modSp mod">
        <pc:chgData name="Abu Shufian" userId="62e11fb761702994" providerId="LiveId" clId="{CB2F692A-7105-497C-8155-693E4A63BE62}" dt="2025-07-10T18:41:07.324" v="591" actId="20577"/>
        <pc:sldMkLst>
          <pc:docMk/>
          <pc:sldMk cId="0" sldId="258"/>
        </pc:sldMkLst>
        <pc:spChg chg="del">
          <ac:chgData name="Abu Shufian" userId="62e11fb761702994" providerId="LiveId" clId="{CB2F692A-7105-497C-8155-693E4A63BE62}" dt="2025-07-10T18:05:38.865" v="55" actId="478"/>
          <ac:spMkLst>
            <pc:docMk/>
            <pc:sldMk cId="0" sldId="258"/>
            <ac:spMk id="5" creationId="{00000000-0000-0000-0000-000000000000}"/>
          </ac:spMkLst>
        </pc:spChg>
        <pc:spChg chg="mod">
          <ac:chgData name="Abu Shufian" userId="62e11fb761702994" providerId="LiveId" clId="{CB2F692A-7105-497C-8155-693E4A63BE62}" dt="2025-07-10T18:04:53.826" v="54" actId="1076"/>
          <ac:spMkLst>
            <pc:docMk/>
            <pc:sldMk cId="0" sldId="258"/>
            <ac:spMk id="6" creationId="{00000000-0000-0000-0000-000000000000}"/>
          </ac:spMkLst>
        </pc:spChg>
        <pc:spChg chg="del">
          <ac:chgData name="Abu Shufian" userId="62e11fb761702994" providerId="LiveId" clId="{CB2F692A-7105-497C-8155-693E4A63BE62}" dt="2025-07-10T18:05:40.180" v="56" actId="478"/>
          <ac:spMkLst>
            <pc:docMk/>
            <pc:sldMk cId="0" sldId="258"/>
            <ac:spMk id="7" creationId="{00000000-0000-0000-0000-000000000000}"/>
          </ac:spMkLst>
        </pc:spChg>
        <pc:spChg chg="del">
          <ac:chgData name="Abu Shufian" userId="62e11fb761702994" providerId="LiveId" clId="{CB2F692A-7105-497C-8155-693E4A63BE62}" dt="2025-07-10T18:05:42.869" v="57" actId="478"/>
          <ac:spMkLst>
            <pc:docMk/>
            <pc:sldMk cId="0" sldId="258"/>
            <ac:spMk id="8" creationId="{00000000-0000-0000-0000-000000000000}"/>
          </ac:spMkLst>
        </pc:spChg>
        <pc:spChg chg="add mod">
          <ac:chgData name="Abu Shufian" userId="62e11fb761702994" providerId="LiveId" clId="{CB2F692A-7105-497C-8155-693E4A63BE62}" dt="2025-07-10T18:06:51.200" v="90" actId="1076"/>
          <ac:spMkLst>
            <pc:docMk/>
            <pc:sldMk cId="0" sldId="258"/>
            <ac:spMk id="13" creationId="{FD61DBBC-5291-FD1B-C97B-772A528DB8BD}"/>
          </ac:spMkLst>
        </pc:spChg>
        <pc:spChg chg="add mod">
          <ac:chgData name="Abu Shufian" userId="62e11fb761702994" providerId="LiveId" clId="{CB2F692A-7105-497C-8155-693E4A63BE62}" dt="2025-07-10T18:41:04.045" v="589"/>
          <ac:spMkLst>
            <pc:docMk/>
            <pc:sldMk cId="0" sldId="258"/>
            <ac:spMk id="14" creationId="{16B43D88-1A98-48D7-E18C-55D4657B5965}"/>
          </ac:spMkLst>
        </pc:spChg>
        <pc:spChg chg="add mod">
          <ac:chgData name="Abu Shufian" userId="62e11fb761702994" providerId="LiveId" clId="{CB2F692A-7105-497C-8155-693E4A63BE62}" dt="2025-07-10T18:41:07.324" v="591" actId="20577"/>
          <ac:spMkLst>
            <pc:docMk/>
            <pc:sldMk cId="0" sldId="258"/>
            <ac:spMk id="16" creationId="{586CEB1D-F589-E6A9-1602-04A359E502C2}"/>
          </ac:spMkLst>
        </pc:spChg>
        <pc:picChg chg="add mod">
          <ac:chgData name="Abu Shufian" userId="62e11fb761702994" providerId="LiveId" clId="{CB2F692A-7105-497C-8155-693E4A63BE62}" dt="2025-07-10T18:41:04.045" v="589"/>
          <ac:picMkLst>
            <pc:docMk/>
            <pc:sldMk cId="0" sldId="258"/>
            <ac:picMk id="15" creationId="{D6DF1C4C-8832-26E2-7949-ECBF510B678A}"/>
          </ac:picMkLst>
        </pc:picChg>
      </pc:sldChg>
      <pc:sldChg chg="addSp delSp modSp mod">
        <pc:chgData name="Abu Shufian" userId="62e11fb761702994" providerId="LiveId" clId="{CB2F692A-7105-497C-8155-693E4A63BE62}" dt="2025-07-10T18:41:19.497" v="594" actId="20577"/>
        <pc:sldMkLst>
          <pc:docMk/>
          <pc:sldMk cId="0" sldId="259"/>
        </pc:sldMkLst>
        <pc:spChg chg="mod">
          <ac:chgData name="Abu Shufian" userId="62e11fb761702994" providerId="LiveId" clId="{CB2F692A-7105-497C-8155-693E4A63BE62}" dt="2025-07-10T18:07:08.944" v="92" actId="1076"/>
          <ac:spMkLst>
            <pc:docMk/>
            <pc:sldMk cId="0" sldId="259"/>
            <ac:spMk id="5" creationId="{00000000-0000-0000-0000-000000000000}"/>
          </ac:spMkLst>
        </pc:spChg>
        <pc:spChg chg="del">
          <ac:chgData name="Abu Shufian" userId="62e11fb761702994" providerId="LiveId" clId="{CB2F692A-7105-497C-8155-693E4A63BE62}" dt="2025-07-10T18:07:14.176" v="94" actId="478"/>
          <ac:spMkLst>
            <pc:docMk/>
            <pc:sldMk cId="0" sldId="259"/>
            <ac:spMk id="6" creationId="{00000000-0000-0000-0000-000000000000}"/>
          </ac:spMkLst>
        </pc:spChg>
        <pc:spChg chg="del">
          <ac:chgData name="Abu Shufian" userId="62e11fb761702994" providerId="LiveId" clId="{CB2F692A-7105-497C-8155-693E4A63BE62}" dt="2025-07-10T18:07:12.052" v="93" actId="478"/>
          <ac:spMkLst>
            <pc:docMk/>
            <pc:sldMk cId="0" sldId="259"/>
            <ac:spMk id="7" creationId="{00000000-0000-0000-0000-000000000000}"/>
          </ac:spMkLst>
        </pc:spChg>
        <pc:spChg chg="add mod">
          <ac:chgData name="Abu Shufian" userId="62e11fb761702994" providerId="LiveId" clId="{CB2F692A-7105-497C-8155-693E4A63BE62}" dt="2025-07-10T18:09:00.248" v="106" actId="1076"/>
          <ac:spMkLst>
            <pc:docMk/>
            <pc:sldMk cId="0" sldId="259"/>
            <ac:spMk id="12" creationId="{1B735688-799A-407D-1A80-AC42325DE096}"/>
          </ac:spMkLst>
        </pc:spChg>
        <pc:spChg chg="add mod">
          <ac:chgData name="Abu Shufian" userId="62e11fb761702994" providerId="LiveId" clId="{CB2F692A-7105-497C-8155-693E4A63BE62}" dt="2025-07-10T18:41:16.549" v="592"/>
          <ac:spMkLst>
            <pc:docMk/>
            <pc:sldMk cId="0" sldId="259"/>
            <ac:spMk id="13" creationId="{E4370403-4AFE-0BE1-4AE9-0A96DD606009}"/>
          </ac:spMkLst>
        </pc:spChg>
        <pc:spChg chg="add mod">
          <ac:chgData name="Abu Shufian" userId="62e11fb761702994" providerId="LiveId" clId="{CB2F692A-7105-497C-8155-693E4A63BE62}" dt="2025-07-10T18:41:19.497" v="594" actId="20577"/>
          <ac:spMkLst>
            <pc:docMk/>
            <pc:sldMk cId="0" sldId="259"/>
            <ac:spMk id="15" creationId="{252AAC2B-7EF4-162D-47EF-FCACDEE15D3C}"/>
          </ac:spMkLst>
        </pc:spChg>
        <pc:picChg chg="add mod">
          <ac:chgData name="Abu Shufian" userId="62e11fb761702994" providerId="LiveId" clId="{CB2F692A-7105-497C-8155-693E4A63BE62}" dt="2025-07-10T18:41:16.549" v="592"/>
          <ac:picMkLst>
            <pc:docMk/>
            <pc:sldMk cId="0" sldId="259"/>
            <ac:picMk id="14" creationId="{4D309C2E-2CFB-AE05-7FFF-5C45F2581FB5}"/>
          </ac:picMkLst>
        </pc:picChg>
      </pc:sldChg>
      <pc:sldChg chg="addSp delSp modSp mod">
        <pc:chgData name="Abu Shufian" userId="62e11fb761702994" providerId="LiveId" clId="{CB2F692A-7105-497C-8155-693E4A63BE62}" dt="2025-07-10T18:41:26.975" v="597" actId="20577"/>
        <pc:sldMkLst>
          <pc:docMk/>
          <pc:sldMk cId="0" sldId="260"/>
        </pc:sldMkLst>
        <pc:spChg chg="mod">
          <ac:chgData name="Abu Shufian" userId="62e11fb761702994" providerId="LiveId" clId="{CB2F692A-7105-497C-8155-693E4A63BE62}" dt="2025-07-10T18:09:59.558" v="118" actId="1076"/>
          <ac:spMkLst>
            <pc:docMk/>
            <pc:sldMk cId="0" sldId="260"/>
            <ac:spMk id="5" creationId="{00000000-0000-0000-0000-000000000000}"/>
          </ac:spMkLst>
        </pc:spChg>
        <pc:spChg chg="del">
          <ac:chgData name="Abu Shufian" userId="62e11fb761702994" providerId="LiveId" clId="{CB2F692A-7105-497C-8155-693E4A63BE62}" dt="2025-07-10T18:10:06.535" v="122" actId="478"/>
          <ac:spMkLst>
            <pc:docMk/>
            <pc:sldMk cId="0" sldId="260"/>
            <ac:spMk id="6" creationId="{00000000-0000-0000-0000-000000000000}"/>
          </ac:spMkLst>
        </pc:spChg>
        <pc:spChg chg="del">
          <ac:chgData name="Abu Shufian" userId="62e11fb761702994" providerId="LiveId" clId="{CB2F692A-7105-497C-8155-693E4A63BE62}" dt="2025-07-10T18:10:04.554" v="121" actId="478"/>
          <ac:spMkLst>
            <pc:docMk/>
            <pc:sldMk cId="0" sldId="260"/>
            <ac:spMk id="7" creationId="{00000000-0000-0000-0000-000000000000}"/>
          </ac:spMkLst>
        </pc:spChg>
        <pc:spChg chg="del">
          <ac:chgData name="Abu Shufian" userId="62e11fb761702994" providerId="LiveId" clId="{CB2F692A-7105-497C-8155-693E4A63BE62}" dt="2025-07-10T18:10:01.555" v="119" actId="478"/>
          <ac:spMkLst>
            <pc:docMk/>
            <pc:sldMk cId="0" sldId="260"/>
            <ac:spMk id="8" creationId="{00000000-0000-0000-0000-000000000000}"/>
          </ac:spMkLst>
        </pc:spChg>
        <pc:spChg chg="del">
          <ac:chgData name="Abu Shufian" userId="62e11fb761702994" providerId="LiveId" clId="{CB2F692A-7105-497C-8155-693E4A63BE62}" dt="2025-07-10T18:10:03.154" v="120" actId="478"/>
          <ac:spMkLst>
            <pc:docMk/>
            <pc:sldMk cId="0" sldId="260"/>
            <ac:spMk id="9" creationId="{00000000-0000-0000-0000-000000000000}"/>
          </ac:spMkLst>
        </pc:spChg>
        <pc:spChg chg="add mod">
          <ac:chgData name="Abu Shufian" userId="62e11fb761702994" providerId="LiveId" clId="{CB2F692A-7105-497C-8155-693E4A63BE62}" dt="2025-07-10T18:10:38.477" v="137" actId="1076"/>
          <ac:spMkLst>
            <pc:docMk/>
            <pc:sldMk cId="0" sldId="260"/>
            <ac:spMk id="14" creationId="{0183F2EF-ACA3-D6F2-907C-D7284FAE7A59}"/>
          </ac:spMkLst>
        </pc:spChg>
        <pc:spChg chg="add mod">
          <ac:chgData name="Abu Shufian" userId="62e11fb761702994" providerId="LiveId" clId="{CB2F692A-7105-497C-8155-693E4A63BE62}" dt="2025-07-10T18:41:23.745" v="595"/>
          <ac:spMkLst>
            <pc:docMk/>
            <pc:sldMk cId="0" sldId="260"/>
            <ac:spMk id="15" creationId="{AEDFA614-2CB6-4EE6-28CA-FE1CFC595794}"/>
          </ac:spMkLst>
        </pc:spChg>
        <pc:spChg chg="add mod">
          <ac:chgData name="Abu Shufian" userId="62e11fb761702994" providerId="LiveId" clId="{CB2F692A-7105-497C-8155-693E4A63BE62}" dt="2025-07-10T18:41:26.975" v="597" actId="20577"/>
          <ac:spMkLst>
            <pc:docMk/>
            <pc:sldMk cId="0" sldId="260"/>
            <ac:spMk id="17" creationId="{2D27B6E6-A5DD-67BD-7B76-2663EAF464FB}"/>
          </ac:spMkLst>
        </pc:spChg>
        <pc:picChg chg="add mod">
          <ac:chgData name="Abu Shufian" userId="62e11fb761702994" providerId="LiveId" clId="{CB2F692A-7105-497C-8155-693E4A63BE62}" dt="2025-07-10T18:41:23.745" v="595"/>
          <ac:picMkLst>
            <pc:docMk/>
            <pc:sldMk cId="0" sldId="260"/>
            <ac:picMk id="16" creationId="{922C796C-0273-218D-BE6B-FFE061EE65DD}"/>
          </ac:picMkLst>
        </pc:picChg>
      </pc:sldChg>
      <pc:sldChg chg="addSp delSp modSp mod">
        <pc:chgData name="Abu Shufian" userId="62e11fb761702994" providerId="LiveId" clId="{CB2F692A-7105-497C-8155-693E4A63BE62}" dt="2025-07-10T18:41:56.934" v="606" actId="20577"/>
        <pc:sldMkLst>
          <pc:docMk/>
          <pc:sldMk cId="0" sldId="261"/>
        </pc:sldMkLst>
        <pc:spChg chg="mod">
          <ac:chgData name="Abu Shufian" userId="62e11fb761702994" providerId="LiveId" clId="{CB2F692A-7105-497C-8155-693E4A63BE62}" dt="2025-07-10T18:21:34.976" v="285" actId="1035"/>
          <ac:spMkLst>
            <pc:docMk/>
            <pc:sldMk cId="0" sldId="261"/>
            <ac:spMk id="5" creationId="{00000000-0000-0000-0000-000000000000}"/>
          </ac:spMkLst>
        </pc:spChg>
        <pc:spChg chg="mod">
          <ac:chgData name="Abu Shufian" userId="62e11fb761702994" providerId="LiveId" clId="{CB2F692A-7105-497C-8155-693E4A63BE62}" dt="2025-07-10T18:20:03.488" v="259" actId="1076"/>
          <ac:spMkLst>
            <pc:docMk/>
            <pc:sldMk cId="0" sldId="261"/>
            <ac:spMk id="6" creationId="{00000000-0000-0000-0000-000000000000}"/>
          </ac:spMkLst>
        </pc:spChg>
        <pc:spChg chg="del">
          <ac:chgData name="Abu Shufian" userId="62e11fb761702994" providerId="LiveId" clId="{CB2F692A-7105-497C-8155-693E4A63BE62}" dt="2025-07-10T18:20:07.259" v="261" actId="478"/>
          <ac:spMkLst>
            <pc:docMk/>
            <pc:sldMk cId="0" sldId="261"/>
            <ac:spMk id="7" creationId="{00000000-0000-0000-0000-000000000000}"/>
          </ac:spMkLst>
        </pc:spChg>
        <pc:spChg chg="del">
          <ac:chgData name="Abu Shufian" userId="62e11fb761702994" providerId="LiveId" clId="{CB2F692A-7105-497C-8155-693E4A63BE62}" dt="2025-07-10T18:20:05.994" v="260" actId="478"/>
          <ac:spMkLst>
            <pc:docMk/>
            <pc:sldMk cId="0" sldId="261"/>
            <ac:spMk id="8" creationId="{00000000-0000-0000-0000-000000000000}"/>
          </ac:spMkLst>
        </pc:spChg>
        <pc:spChg chg="del">
          <ac:chgData name="Abu Shufian" userId="62e11fb761702994" providerId="LiveId" clId="{CB2F692A-7105-497C-8155-693E4A63BE62}" dt="2025-07-10T18:20:10.099" v="263" actId="478"/>
          <ac:spMkLst>
            <pc:docMk/>
            <pc:sldMk cId="0" sldId="261"/>
            <ac:spMk id="9" creationId="{00000000-0000-0000-0000-000000000000}"/>
          </ac:spMkLst>
        </pc:spChg>
        <pc:spChg chg="del">
          <ac:chgData name="Abu Shufian" userId="62e11fb761702994" providerId="LiveId" clId="{CB2F692A-7105-497C-8155-693E4A63BE62}" dt="2025-07-10T18:20:08.803" v="262" actId="478"/>
          <ac:spMkLst>
            <pc:docMk/>
            <pc:sldMk cId="0" sldId="261"/>
            <ac:spMk id="10" creationId="{00000000-0000-0000-0000-000000000000}"/>
          </ac:spMkLst>
        </pc:spChg>
        <pc:spChg chg="del">
          <ac:chgData name="Abu Shufian" userId="62e11fb761702994" providerId="LiveId" clId="{CB2F692A-7105-497C-8155-693E4A63BE62}" dt="2025-07-10T18:21:13.275" v="267" actId="478"/>
          <ac:spMkLst>
            <pc:docMk/>
            <pc:sldMk cId="0" sldId="261"/>
            <ac:spMk id="12" creationId="{00000000-0000-0000-0000-000000000000}"/>
          </ac:spMkLst>
        </pc:spChg>
        <pc:spChg chg="add mod">
          <ac:chgData name="Abu Shufian" userId="62e11fb761702994" providerId="LiveId" clId="{CB2F692A-7105-497C-8155-693E4A63BE62}" dt="2025-07-10T18:21:39.350" v="286" actId="14100"/>
          <ac:spMkLst>
            <pc:docMk/>
            <pc:sldMk cId="0" sldId="261"/>
            <ac:spMk id="13" creationId="{06535960-B33D-1415-207B-656B439B92F5}"/>
          </ac:spMkLst>
        </pc:spChg>
        <pc:spChg chg="add mod">
          <ac:chgData name="Abu Shufian" userId="62e11fb761702994" providerId="LiveId" clId="{CB2F692A-7105-497C-8155-693E4A63BE62}" dt="2025-07-10T18:41:54.142" v="604"/>
          <ac:spMkLst>
            <pc:docMk/>
            <pc:sldMk cId="0" sldId="261"/>
            <ac:spMk id="15" creationId="{1D14A157-032E-2B02-F388-E8A4C9E2D3F4}"/>
          </ac:spMkLst>
        </pc:spChg>
        <pc:spChg chg="add mod">
          <ac:chgData name="Abu Shufian" userId="62e11fb761702994" providerId="LiveId" clId="{CB2F692A-7105-497C-8155-693E4A63BE62}" dt="2025-07-10T18:41:56.934" v="606" actId="20577"/>
          <ac:spMkLst>
            <pc:docMk/>
            <pc:sldMk cId="0" sldId="261"/>
            <ac:spMk id="17" creationId="{8F0718C1-D297-E9A7-D8F0-D675F968C9F7}"/>
          </ac:spMkLst>
        </pc:spChg>
        <pc:picChg chg="add mod">
          <ac:chgData name="Abu Shufian" userId="62e11fb761702994" providerId="LiveId" clId="{CB2F692A-7105-497C-8155-693E4A63BE62}" dt="2025-07-10T18:21:10.161" v="266" actId="14100"/>
          <ac:picMkLst>
            <pc:docMk/>
            <pc:sldMk cId="0" sldId="261"/>
            <ac:picMk id="14" creationId="{1E81D9A1-57BD-6DB1-7E91-158B6C8A327D}"/>
          </ac:picMkLst>
        </pc:picChg>
        <pc:picChg chg="add mod">
          <ac:chgData name="Abu Shufian" userId="62e11fb761702994" providerId="LiveId" clId="{CB2F692A-7105-497C-8155-693E4A63BE62}" dt="2025-07-10T18:41:54.142" v="604"/>
          <ac:picMkLst>
            <pc:docMk/>
            <pc:sldMk cId="0" sldId="261"/>
            <ac:picMk id="16" creationId="{B6163C1A-FB29-24CF-E116-5E0638E81CB7}"/>
          </ac:picMkLst>
        </pc:picChg>
      </pc:sldChg>
      <pc:sldChg chg="del">
        <pc:chgData name="Abu Shufian" userId="62e11fb761702994" providerId="LiveId" clId="{CB2F692A-7105-497C-8155-693E4A63BE62}" dt="2025-07-10T18:34:14.772" v="454" actId="47"/>
        <pc:sldMkLst>
          <pc:docMk/>
          <pc:sldMk cId="0" sldId="262"/>
        </pc:sldMkLst>
      </pc:sldChg>
      <pc:sldChg chg="del">
        <pc:chgData name="Abu Shufian" userId="62e11fb761702994" providerId="LiveId" clId="{CB2F692A-7105-497C-8155-693E4A63BE62}" dt="2025-07-10T18:34:16.153" v="455" actId="47"/>
        <pc:sldMkLst>
          <pc:docMk/>
          <pc:sldMk cId="0" sldId="263"/>
        </pc:sldMkLst>
      </pc:sldChg>
      <pc:sldChg chg="del">
        <pc:chgData name="Abu Shufian" userId="62e11fb761702994" providerId="LiveId" clId="{CB2F692A-7105-497C-8155-693E4A63BE62}" dt="2025-07-10T18:34:18.276" v="456" actId="47"/>
        <pc:sldMkLst>
          <pc:docMk/>
          <pc:sldMk cId="0" sldId="264"/>
        </pc:sldMkLst>
      </pc:sldChg>
      <pc:sldChg chg="addSp modSp mod">
        <pc:chgData name="Abu Shufian" userId="62e11fb761702994" providerId="LiveId" clId="{CB2F692A-7105-497C-8155-693E4A63BE62}" dt="2025-07-10T18:42:50.998" v="623" actId="20577"/>
        <pc:sldMkLst>
          <pc:docMk/>
          <pc:sldMk cId="0" sldId="265"/>
        </pc:sldMkLst>
        <pc:spChg chg="add mod">
          <ac:chgData name="Abu Shufian" userId="62e11fb761702994" providerId="LiveId" clId="{CB2F692A-7105-497C-8155-693E4A63BE62}" dt="2025-07-10T18:42:47.652" v="622"/>
          <ac:spMkLst>
            <pc:docMk/>
            <pc:sldMk cId="0" sldId="265"/>
            <ac:spMk id="9" creationId="{E65BE854-6F72-D374-0985-FF3370B3F8BC}"/>
          </ac:spMkLst>
        </pc:spChg>
        <pc:spChg chg="add mod">
          <ac:chgData name="Abu Shufian" userId="62e11fb761702994" providerId="LiveId" clId="{CB2F692A-7105-497C-8155-693E4A63BE62}" dt="2025-07-10T18:42:50.998" v="623" actId="20577"/>
          <ac:spMkLst>
            <pc:docMk/>
            <pc:sldMk cId="0" sldId="265"/>
            <ac:spMk id="11" creationId="{383494EA-8A67-8D68-1891-4B5C0C6613A6}"/>
          </ac:spMkLst>
        </pc:spChg>
        <pc:picChg chg="add mod">
          <ac:chgData name="Abu Shufian" userId="62e11fb761702994" providerId="LiveId" clId="{CB2F692A-7105-497C-8155-693E4A63BE62}" dt="2025-07-10T18:42:47.652" v="622"/>
          <ac:picMkLst>
            <pc:docMk/>
            <pc:sldMk cId="0" sldId="265"/>
            <ac:picMk id="10" creationId="{CA350AC8-8EB7-B3D5-CBA1-BBC31B9E3203}"/>
          </ac:picMkLst>
        </pc:picChg>
      </pc:sldChg>
      <pc:sldChg chg="addSp modSp add mod">
        <pc:chgData name="Abu Shufian" userId="62e11fb761702994" providerId="LiveId" clId="{CB2F692A-7105-497C-8155-693E4A63BE62}" dt="2025-07-10T18:41:36.663" v="600" actId="20577"/>
        <pc:sldMkLst>
          <pc:docMk/>
          <pc:sldMk cId="775957308" sldId="266"/>
        </pc:sldMkLst>
        <pc:spChg chg="mod">
          <ac:chgData name="Abu Shufian" userId="62e11fb761702994" providerId="LiveId" clId="{CB2F692A-7105-497C-8155-693E4A63BE62}" dt="2025-07-10T18:14:57.081" v="153" actId="20577"/>
          <ac:spMkLst>
            <pc:docMk/>
            <pc:sldMk cId="775957308" sldId="266"/>
            <ac:spMk id="5" creationId="{80BF0ECF-0CBC-4E7D-7928-F5E71D369B5D}"/>
          </ac:spMkLst>
        </pc:spChg>
        <pc:spChg chg="add mod">
          <ac:chgData name="Abu Shufian" userId="62e11fb761702994" providerId="LiveId" clId="{CB2F692A-7105-497C-8155-693E4A63BE62}" dt="2025-07-10T18:41:31.037" v="598"/>
          <ac:spMkLst>
            <pc:docMk/>
            <pc:sldMk cId="775957308" sldId="266"/>
            <ac:spMk id="6" creationId="{E7EC54D7-FFC8-3B21-BB6D-E786F7922AFC}"/>
          </ac:spMkLst>
        </pc:spChg>
        <pc:spChg chg="add mod">
          <ac:chgData name="Abu Shufian" userId="62e11fb761702994" providerId="LiveId" clId="{CB2F692A-7105-497C-8155-693E4A63BE62}" dt="2025-07-10T18:41:36.663" v="600" actId="20577"/>
          <ac:spMkLst>
            <pc:docMk/>
            <pc:sldMk cId="775957308" sldId="266"/>
            <ac:spMk id="8" creationId="{3810863D-1E97-0B66-EFAF-2BB720E40215}"/>
          </ac:spMkLst>
        </pc:spChg>
        <pc:spChg chg="mod">
          <ac:chgData name="Abu Shufian" userId="62e11fb761702994" providerId="LiveId" clId="{CB2F692A-7105-497C-8155-693E4A63BE62}" dt="2025-07-10T18:16:19.771" v="168" actId="1076"/>
          <ac:spMkLst>
            <pc:docMk/>
            <pc:sldMk cId="775957308" sldId="266"/>
            <ac:spMk id="14" creationId="{42109C2C-3DAA-3626-CAEA-61754A8D387A}"/>
          </ac:spMkLst>
        </pc:spChg>
        <pc:picChg chg="add mod">
          <ac:chgData name="Abu Shufian" userId="62e11fb761702994" providerId="LiveId" clId="{CB2F692A-7105-497C-8155-693E4A63BE62}" dt="2025-07-10T18:41:31.037" v="598"/>
          <ac:picMkLst>
            <pc:docMk/>
            <pc:sldMk cId="775957308" sldId="266"/>
            <ac:picMk id="7" creationId="{967F7385-A8C7-AC5F-CADF-2C5AD273BDFB}"/>
          </ac:picMkLst>
        </pc:picChg>
      </pc:sldChg>
      <pc:sldChg chg="addSp modSp add mod">
        <pc:chgData name="Abu Shufian" userId="62e11fb761702994" providerId="LiveId" clId="{CB2F692A-7105-497C-8155-693E4A63BE62}" dt="2025-07-10T18:41:43.277" v="603" actId="20577"/>
        <pc:sldMkLst>
          <pc:docMk/>
          <pc:sldMk cId="1593425529" sldId="267"/>
        </pc:sldMkLst>
        <pc:spChg chg="mod">
          <ac:chgData name="Abu Shufian" userId="62e11fb761702994" providerId="LiveId" clId="{CB2F692A-7105-497C-8155-693E4A63BE62}" dt="2025-07-10T18:17:34.245" v="195" actId="1076"/>
          <ac:spMkLst>
            <pc:docMk/>
            <pc:sldMk cId="1593425529" sldId="267"/>
            <ac:spMk id="5" creationId="{8725CD2E-5322-AB76-E5A3-76A9D7E26221}"/>
          </ac:spMkLst>
        </pc:spChg>
        <pc:spChg chg="add mod">
          <ac:chgData name="Abu Shufian" userId="62e11fb761702994" providerId="LiveId" clId="{CB2F692A-7105-497C-8155-693E4A63BE62}" dt="2025-07-10T18:19:33.971" v="246" actId="1076"/>
          <ac:spMkLst>
            <pc:docMk/>
            <pc:sldMk cId="1593425529" sldId="267"/>
            <ac:spMk id="7" creationId="{AAA26C55-3343-BEAD-F740-DEC3DE460906}"/>
          </ac:spMkLst>
        </pc:spChg>
        <pc:spChg chg="add mod">
          <ac:chgData name="Abu Shufian" userId="62e11fb761702994" providerId="LiveId" clId="{CB2F692A-7105-497C-8155-693E4A63BE62}" dt="2025-07-10T18:41:40.419" v="601"/>
          <ac:spMkLst>
            <pc:docMk/>
            <pc:sldMk cId="1593425529" sldId="267"/>
            <ac:spMk id="8" creationId="{CD137E9E-A2F9-75CC-AB36-3622C762F8E6}"/>
          </ac:spMkLst>
        </pc:spChg>
        <pc:spChg chg="add mod">
          <ac:chgData name="Abu Shufian" userId="62e11fb761702994" providerId="LiveId" clId="{CB2F692A-7105-497C-8155-693E4A63BE62}" dt="2025-07-10T18:41:43.277" v="603" actId="20577"/>
          <ac:spMkLst>
            <pc:docMk/>
            <pc:sldMk cId="1593425529" sldId="267"/>
            <ac:spMk id="13" creationId="{12191A3E-5305-9BD2-CB2D-91222976BFEA}"/>
          </ac:spMkLst>
        </pc:spChg>
        <pc:spChg chg="mod">
          <ac:chgData name="Abu Shufian" userId="62e11fb761702994" providerId="LiveId" clId="{CB2F692A-7105-497C-8155-693E4A63BE62}" dt="2025-07-10T18:19:29.597" v="245" actId="1076"/>
          <ac:spMkLst>
            <pc:docMk/>
            <pc:sldMk cId="1593425529" sldId="267"/>
            <ac:spMk id="14" creationId="{E655BD79-7DDE-566E-34F2-70D8858A254B}"/>
          </ac:spMkLst>
        </pc:spChg>
        <pc:picChg chg="add mod">
          <ac:chgData name="Abu Shufian" userId="62e11fb761702994" providerId="LiveId" clId="{CB2F692A-7105-497C-8155-693E4A63BE62}" dt="2025-07-10T18:41:40.419" v="601"/>
          <ac:picMkLst>
            <pc:docMk/>
            <pc:sldMk cId="1593425529" sldId="267"/>
            <ac:picMk id="9" creationId="{10FE2A9A-3E94-F344-BB72-37F67CBBBEAB}"/>
          </ac:picMkLst>
        </pc:picChg>
      </pc:sldChg>
      <pc:sldChg chg="addSp delSp modSp add mod">
        <pc:chgData name="Abu Shufian" userId="62e11fb761702994" providerId="LiveId" clId="{CB2F692A-7105-497C-8155-693E4A63BE62}" dt="2025-07-10T18:42:05.036" v="609" actId="20577"/>
        <pc:sldMkLst>
          <pc:docMk/>
          <pc:sldMk cId="2865709832" sldId="268"/>
        </pc:sldMkLst>
        <pc:spChg chg="mod">
          <ac:chgData name="Abu Shufian" userId="62e11fb761702994" providerId="LiveId" clId="{CB2F692A-7105-497C-8155-693E4A63BE62}" dt="2025-07-10T18:22:13.118" v="298" actId="20577"/>
          <ac:spMkLst>
            <pc:docMk/>
            <pc:sldMk cId="2865709832" sldId="268"/>
            <ac:spMk id="6" creationId="{659F128F-5F39-0A2F-A0BB-531BA27B7CA3}"/>
          </ac:spMkLst>
        </pc:spChg>
        <pc:spChg chg="add mod">
          <ac:chgData name="Abu Shufian" userId="62e11fb761702994" providerId="LiveId" clId="{CB2F692A-7105-497C-8155-693E4A63BE62}" dt="2025-07-10T18:22:25.070" v="302" actId="1076"/>
          <ac:spMkLst>
            <pc:docMk/>
            <pc:sldMk cId="2865709832" sldId="268"/>
            <ac:spMk id="7" creationId="{34D21650-D201-C4A2-808C-E542829053C7}"/>
          </ac:spMkLst>
        </pc:spChg>
        <pc:spChg chg="add mod">
          <ac:chgData name="Abu Shufian" userId="62e11fb761702994" providerId="LiveId" clId="{CB2F692A-7105-497C-8155-693E4A63BE62}" dt="2025-07-10T18:22:25.070" v="302" actId="1076"/>
          <ac:spMkLst>
            <pc:docMk/>
            <pc:sldMk cId="2865709832" sldId="268"/>
            <ac:spMk id="8" creationId="{85FE9082-7139-1520-581F-961800523D66}"/>
          </ac:spMkLst>
        </pc:spChg>
        <pc:spChg chg="add mod">
          <ac:chgData name="Abu Shufian" userId="62e11fb761702994" providerId="LiveId" clId="{CB2F692A-7105-497C-8155-693E4A63BE62}" dt="2025-07-10T18:42:01.820" v="607"/>
          <ac:spMkLst>
            <pc:docMk/>
            <pc:sldMk cId="2865709832" sldId="268"/>
            <ac:spMk id="10" creationId="{F407C0FB-5EFE-EF53-D186-2FCB270962D8}"/>
          </ac:spMkLst>
        </pc:spChg>
        <pc:spChg chg="del">
          <ac:chgData name="Abu Shufian" userId="62e11fb761702994" providerId="LiveId" clId="{CB2F692A-7105-497C-8155-693E4A63BE62}" dt="2025-07-10T18:22:17.425" v="299" actId="478"/>
          <ac:spMkLst>
            <pc:docMk/>
            <pc:sldMk cId="2865709832" sldId="268"/>
            <ac:spMk id="13" creationId="{8FCED1E8-27BE-B4C3-F613-3552E1A6E215}"/>
          </ac:spMkLst>
        </pc:spChg>
        <pc:spChg chg="add mod">
          <ac:chgData name="Abu Shufian" userId="62e11fb761702994" providerId="LiveId" clId="{CB2F692A-7105-497C-8155-693E4A63BE62}" dt="2025-07-10T18:42:05.036" v="609" actId="20577"/>
          <ac:spMkLst>
            <pc:docMk/>
            <pc:sldMk cId="2865709832" sldId="268"/>
            <ac:spMk id="15" creationId="{4C397BB4-255C-364F-91C5-EA4881752842}"/>
          </ac:spMkLst>
        </pc:spChg>
        <pc:picChg chg="add mod">
          <ac:chgData name="Abu Shufian" userId="62e11fb761702994" providerId="LiveId" clId="{CB2F692A-7105-497C-8155-693E4A63BE62}" dt="2025-07-10T18:22:25.070" v="302" actId="1076"/>
          <ac:picMkLst>
            <pc:docMk/>
            <pc:sldMk cId="2865709832" sldId="268"/>
            <ac:picMk id="9" creationId="{AACAFB29-DBFE-EF0E-1D77-269A3B747236}"/>
          </ac:picMkLst>
        </pc:picChg>
        <pc:picChg chg="add mod">
          <ac:chgData name="Abu Shufian" userId="62e11fb761702994" providerId="LiveId" clId="{CB2F692A-7105-497C-8155-693E4A63BE62}" dt="2025-07-10T18:42:01.820" v="607"/>
          <ac:picMkLst>
            <pc:docMk/>
            <pc:sldMk cId="2865709832" sldId="268"/>
            <ac:picMk id="12" creationId="{235CC953-44AA-500C-C8B8-14B6E9ED81E6}"/>
          </ac:picMkLst>
        </pc:picChg>
        <pc:picChg chg="del">
          <ac:chgData name="Abu Shufian" userId="62e11fb761702994" providerId="LiveId" clId="{CB2F692A-7105-497C-8155-693E4A63BE62}" dt="2025-07-10T18:22:19.437" v="300" actId="478"/>
          <ac:picMkLst>
            <pc:docMk/>
            <pc:sldMk cId="2865709832" sldId="268"/>
            <ac:picMk id="14" creationId="{5AF53C3F-325C-C173-230F-0F6E5D2C32E4}"/>
          </ac:picMkLst>
        </pc:picChg>
      </pc:sldChg>
      <pc:sldChg chg="addSp delSp modSp add mod">
        <pc:chgData name="Abu Shufian" userId="62e11fb761702994" providerId="LiveId" clId="{CB2F692A-7105-497C-8155-693E4A63BE62}" dt="2025-07-10T18:42:11.644" v="611" actId="20577"/>
        <pc:sldMkLst>
          <pc:docMk/>
          <pc:sldMk cId="134819216" sldId="269"/>
        </pc:sldMkLst>
        <pc:spChg chg="mod">
          <ac:chgData name="Abu Shufian" userId="62e11fb761702994" providerId="LiveId" clId="{CB2F692A-7105-497C-8155-693E4A63BE62}" dt="2025-07-10T18:22:38.273" v="314" actId="20577"/>
          <ac:spMkLst>
            <pc:docMk/>
            <pc:sldMk cId="134819216" sldId="269"/>
            <ac:spMk id="6" creationId="{73137103-77BA-001E-1E46-6312D08DC6EA}"/>
          </ac:spMkLst>
        </pc:spChg>
        <pc:spChg chg="del">
          <ac:chgData name="Abu Shufian" userId="62e11fb761702994" providerId="LiveId" clId="{CB2F692A-7105-497C-8155-693E4A63BE62}" dt="2025-07-10T18:22:54.686" v="315" actId="478"/>
          <ac:spMkLst>
            <pc:docMk/>
            <pc:sldMk cId="134819216" sldId="269"/>
            <ac:spMk id="7" creationId="{3A3F0266-6ED1-CFFD-298C-BC42939B253B}"/>
          </ac:spMkLst>
        </pc:spChg>
        <pc:spChg chg="del">
          <ac:chgData name="Abu Shufian" userId="62e11fb761702994" providerId="LiveId" clId="{CB2F692A-7105-497C-8155-693E4A63BE62}" dt="2025-07-10T18:22:56.315" v="316" actId="478"/>
          <ac:spMkLst>
            <pc:docMk/>
            <pc:sldMk cId="134819216" sldId="269"/>
            <ac:spMk id="8" creationId="{0F13460F-2AD2-6F91-A5C4-C86FADA2C5CC}"/>
          </ac:spMkLst>
        </pc:spChg>
        <pc:spChg chg="add mod">
          <ac:chgData name="Abu Shufian" userId="62e11fb761702994" providerId="LiveId" clId="{CB2F692A-7105-497C-8155-693E4A63BE62}" dt="2025-07-10T18:23:07.486" v="321"/>
          <ac:spMkLst>
            <pc:docMk/>
            <pc:sldMk cId="134819216" sldId="269"/>
            <ac:spMk id="10" creationId="{92F103F6-640F-A789-9864-A5AB5AA87BCE}"/>
          </ac:spMkLst>
        </pc:spChg>
        <pc:spChg chg="add mod">
          <ac:chgData name="Abu Shufian" userId="62e11fb761702994" providerId="LiveId" clId="{CB2F692A-7105-497C-8155-693E4A63BE62}" dt="2025-07-10T18:23:07.486" v="321"/>
          <ac:spMkLst>
            <pc:docMk/>
            <pc:sldMk cId="134819216" sldId="269"/>
            <ac:spMk id="12" creationId="{687D8339-5B38-768B-F2E1-2D9549CA5EBF}"/>
          </ac:spMkLst>
        </pc:spChg>
        <pc:spChg chg="add mod">
          <ac:chgData name="Abu Shufian" userId="62e11fb761702994" providerId="LiveId" clId="{CB2F692A-7105-497C-8155-693E4A63BE62}" dt="2025-07-10T18:23:17.257" v="324" actId="14100"/>
          <ac:spMkLst>
            <pc:docMk/>
            <pc:sldMk cId="134819216" sldId="269"/>
            <ac:spMk id="14" creationId="{92F103F6-640F-A789-9864-A5AB5AA87BCE}"/>
          </ac:spMkLst>
        </pc:spChg>
        <pc:spChg chg="add mod">
          <ac:chgData name="Abu Shufian" userId="62e11fb761702994" providerId="LiveId" clId="{CB2F692A-7105-497C-8155-693E4A63BE62}" dt="2025-07-10T18:23:17.257" v="324" actId="14100"/>
          <ac:spMkLst>
            <pc:docMk/>
            <pc:sldMk cId="134819216" sldId="269"/>
            <ac:spMk id="15" creationId="{687D8339-5B38-768B-F2E1-2D9549CA5EBF}"/>
          </ac:spMkLst>
        </pc:spChg>
        <pc:spChg chg="add mod">
          <ac:chgData name="Abu Shufian" userId="62e11fb761702994" providerId="LiveId" clId="{CB2F692A-7105-497C-8155-693E4A63BE62}" dt="2025-07-10T18:42:09.365" v="610"/>
          <ac:spMkLst>
            <pc:docMk/>
            <pc:sldMk cId="134819216" sldId="269"/>
            <ac:spMk id="17" creationId="{CCE8BF01-ED58-54E1-2815-B0112F262CCF}"/>
          </ac:spMkLst>
        </pc:spChg>
        <pc:spChg chg="add mod">
          <ac:chgData name="Abu Shufian" userId="62e11fb761702994" providerId="LiveId" clId="{CB2F692A-7105-497C-8155-693E4A63BE62}" dt="2025-07-10T18:42:11.644" v="611" actId="20577"/>
          <ac:spMkLst>
            <pc:docMk/>
            <pc:sldMk cId="134819216" sldId="269"/>
            <ac:spMk id="19" creationId="{2A5CC526-7737-007F-46ED-DF907752B30D}"/>
          </ac:spMkLst>
        </pc:spChg>
        <pc:picChg chg="del">
          <ac:chgData name="Abu Shufian" userId="62e11fb761702994" providerId="LiveId" clId="{CB2F692A-7105-497C-8155-693E4A63BE62}" dt="2025-07-10T18:22:57.129" v="317" actId="478"/>
          <ac:picMkLst>
            <pc:docMk/>
            <pc:sldMk cId="134819216" sldId="269"/>
            <ac:picMk id="9" creationId="{8D129C41-0C12-3498-DD11-611C61C2DD85}"/>
          </ac:picMkLst>
        </pc:picChg>
        <pc:picChg chg="add mod">
          <ac:chgData name="Abu Shufian" userId="62e11fb761702994" providerId="LiveId" clId="{CB2F692A-7105-497C-8155-693E4A63BE62}" dt="2025-07-10T18:23:07.486" v="321"/>
          <ac:picMkLst>
            <pc:docMk/>
            <pc:sldMk cId="134819216" sldId="269"/>
            <ac:picMk id="13" creationId="{150B4B0B-8BAA-8226-4A5A-57F42D580594}"/>
          </ac:picMkLst>
        </pc:picChg>
        <pc:picChg chg="add mod">
          <ac:chgData name="Abu Shufian" userId="62e11fb761702994" providerId="LiveId" clId="{CB2F692A-7105-497C-8155-693E4A63BE62}" dt="2025-07-10T18:23:17.257" v="324" actId="14100"/>
          <ac:picMkLst>
            <pc:docMk/>
            <pc:sldMk cId="134819216" sldId="269"/>
            <ac:picMk id="16" creationId="{150B4B0B-8BAA-8226-4A5A-57F42D580594}"/>
          </ac:picMkLst>
        </pc:picChg>
        <pc:picChg chg="add mod">
          <ac:chgData name="Abu Shufian" userId="62e11fb761702994" providerId="LiveId" clId="{CB2F692A-7105-497C-8155-693E4A63BE62}" dt="2025-07-10T18:42:09.365" v="610"/>
          <ac:picMkLst>
            <pc:docMk/>
            <pc:sldMk cId="134819216" sldId="269"/>
            <ac:picMk id="18" creationId="{71A489B3-FE76-8FF3-E19B-F8E1E9981D30}"/>
          </ac:picMkLst>
        </pc:picChg>
      </pc:sldChg>
      <pc:sldChg chg="addSp delSp modSp add mod">
        <pc:chgData name="Abu Shufian" userId="62e11fb761702994" providerId="LiveId" clId="{CB2F692A-7105-497C-8155-693E4A63BE62}" dt="2025-07-10T18:42:19.500" v="613" actId="20577"/>
        <pc:sldMkLst>
          <pc:docMk/>
          <pc:sldMk cId="2620144900" sldId="270"/>
        </pc:sldMkLst>
        <pc:spChg chg="del">
          <ac:chgData name="Abu Shufian" userId="62e11fb761702994" providerId="LiveId" clId="{CB2F692A-7105-497C-8155-693E4A63BE62}" dt="2025-07-10T18:25:01.910" v="348" actId="478"/>
          <ac:spMkLst>
            <pc:docMk/>
            <pc:sldMk cId="2620144900" sldId="270"/>
            <ac:spMk id="3" creationId="{537B42E0-8EBD-90FA-0DBD-59A0F8F918A3}"/>
          </ac:spMkLst>
        </pc:spChg>
        <pc:spChg chg="del">
          <ac:chgData name="Abu Shufian" userId="62e11fb761702994" providerId="LiveId" clId="{CB2F692A-7105-497C-8155-693E4A63BE62}" dt="2025-07-10T18:25:09.858" v="351" actId="478"/>
          <ac:spMkLst>
            <pc:docMk/>
            <pc:sldMk cId="2620144900" sldId="270"/>
            <ac:spMk id="4" creationId="{8D70D477-D5CD-8CA1-C0D1-4BAAAF29A0C7}"/>
          </ac:spMkLst>
        </pc:spChg>
        <pc:spChg chg="mod">
          <ac:chgData name="Abu Shufian" userId="62e11fb761702994" providerId="LiveId" clId="{CB2F692A-7105-497C-8155-693E4A63BE62}" dt="2025-07-10T18:23:40.981" v="340" actId="20577"/>
          <ac:spMkLst>
            <pc:docMk/>
            <pc:sldMk cId="2620144900" sldId="270"/>
            <ac:spMk id="6" creationId="{503ABB51-4B80-C908-D937-F49EDBA65B7E}"/>
          </ac:spMkLst>
        </pc:spChg>
        <pc:spChg chg="add mod">
          <ac:chgData name="Abu Shufian" userId="62e11fb761702994" providerId="LiveId" clId="{CB2F692A-7105-497C-8155-693E4A63BE62}" dt="2025-07-10T18:42:16.742" v="612"/>
          <ac:spMkLst>
            <pc:docMk/>
            <pc:sldMk cId="2620144900" sldId="270"/>
            <ac:spMk id="9" creationId="{03436C2E-2A25-BA50-65C1-BD0E0859E90A}"/>
          </ac:spMkLst>
        </pc:spChg>
        <pc:spChg chg="del">
          <ac:chgData name="Abu Shufian" userId="62e11fb761702994" providerId="LiveId" clId="{CB2F692A-7105-497C-8155-693E4A63BE62}" dt="2025-07-10T18:25:10.778" v="352" actId="478"/>
          <ac:spMkLst>
            <pc:docMk/>
            <pc:sldMk cId="2620144900" sldId="270"/>
            <ac:spMk id="11" creationId="{BCFB5055-94E8-F152-BF47-985FC709C1A9}"/>
          </ac:spMkLst>
        </pc:spChg>
        <pc:spChg chg="add mod">
          <ac:chgData name="Abu Shufian" userId="62e11fb761702994" providerId="LiveId" clId="{CB2F692A-7105-497C-8155-693E4A63BE62}" dt="2025-07-10T18:42:19.500" v="613" actId="20577"/>
          <ac:spMkLst>
            <pc:docMk/>
            <pc:sldMk cId="2620144900" sldId="270"/>
            <ac:spMk id="12" creationId="{D2E89F70-BC33-1099-A064-305E32CD95B3}"/>
          </ac:spMkLst>
        </pc:spChg>
        <pc:spChg chg="del">
          <ac:chgData name="Abu Shufian" userId="62e11fb761702994" providerId="LiveId" clId="{CB2F692A-7105-497C-8155-693E4A63BE62}" dt="2025-07-10T18:23:45.062" v="341" actId="478"/>
          <ac:spMkLst>
            <pc:docMk/>
            <pc:sldMk cId="2620144900" sldId="270"/>
            <ac:spMk id="14" creationId="{B63DB7F7-36F4-92DD-4F5C-FDCAA8411197}"/>
          </ac:spMkLst>
        </pc:spChg>
        <pc:spChg chg="del">
          <ac:chgData name="Abu Shufian" userId="62e11fb761702994" providerId="LiveId" clId="{CB2F692A-7105-497C-8155-693E4A63BE62}" dt="2025-07-10T18:23:46.225" v="342" actId="478"/>
          <ac:spMkLst>
            <pc:docMk/>
            <pc:sldMk cId="2620144900" sldId="270"/>
            <ac:spMk id="15" creationId="{67E74E11-6D1A-1463-73E7-2E368B222821}"/>
          </ac:spMkLst>
        </pc:spChg>
        <pc:picChg chg="add mod">
          <ac:chgData name="Abu Shufian" userId="62e11fb761702994" providerId="LiveId" clId="{CB2F692A-7105-497C-8155-693E4A63BE62}" dt="2025-07-10T18:25:22.088" v="355" actId="14100"/>
          <ac:picMkLst>
            <pc:docMk/>
            <pc:sldMk cId="2620144900" sldId="270"/>
            <ac:picMk id="8" creationId="{A347C17B-5995-8191-7E07-71DBA2AA5C98}"/>
          </ac:picMkLst>
        </pc:picChg>
        <pc:picChg chg="add mod">
          <ac:chgData name="Abu Shufian" userId="62e11fb761702994" providerId="LiveId" clId="{CB2F692A-7105-497C-8155-693E4A63BE62}" dt="2025-07-10T18:42:16.742" v="612"/>
          <ac:picMkLst>
            <pc:docMk/>
            <pc:sldMk cId="2620144900" sldId="270"/>
            <ac:picMk id="10" creationId="{B11E5D0F-8589-F4C6-4579-4DAD6663BD1D}"/>
          </ac:picMkLst>
        </pc:picChg>
        <pc:picChg chg="del">
          <ac:chgData name="Abu Shufian" userId="62e11fb761702994" providerId="LiveId" clId="{CB2F692A-7105-497C-8155-693E4A63BE62}" dt="2025-07-10T18:23:46.664" v="343" actId="478"/>
          <ac:picMkLst>
            <pc:docMk/>
            <pc:sldMk cId="2620144900" sldId="270"/>
            <ac:picMk id="16" creationId="{91E88093-2C7C-1F3A-610A-C55E172EED28}"/>
          </ac:picMkLst>
        </pc:picChg>
      </pc:sldChg>
      <pc:sldChg chg="addSp delSp modSp add mod ord">
        <pc:chgData name="Abu Shufian" userId="62e11fb761702994" providerId="LiveId" clId="{CB2F692A-7105-497C-8155-693E4A63BE62}" dt="2025-07-10T18:42:25.779" v="615" actId="20577"/>
        <pc:sldMkLst>
          <pc:docMk/>
          <pc:sldMk cId="1990106330" sldId="271"/>
        </pc:sldMkLst>
        <pc:spChg chg="mod">
          <ac:chgData name="Abu Shufian" userId="62e11fb761702994" providerId="LiveId" clId="{CB2F692A-7105-497C-8155-693E4A63BE62}" dt="2025-07-10T18:25:47.114" v="373" actId="20577"/>
          <ac:spMkLst>
            <pc:docMk/>
            <pc:sldMk cId="1990106330" sldId="271"/>
            <ac:spMk id="6" creationId="{3E5D3381-2417-FF5F-C74F-DB4DDC1F7E20}"/>
          </ac:spMkLst>
        </pc:spChg>
        <pc:spChg chg="add mod">
          <ac:chgData name="Abu Shufian" userId="62e11fb761702994" providerId="LiveId" clId="{CB2F692A-7105-497C-8155-693E4A63BE62}" dt="2025-07-10T18:27:55.310" v="392" actId="1076"/>
          <ac:spMkLst>
            <pc:docMk/>
            <pc:sldMk cId="1990106330" sldId="271"/>
            <ac:spMk id="8" creationId="{371754E3-18F0-6C20-791B-2DFA14194C5B}"/>
          </ac:spMkLst>
        </pc:spChg>
        <pc:spChg chg="add mod">
          <ac:chgData name="Abu Shufian" userId="62e11fb761702994" providerId="LiveId" clId="{CB2F692A-7105-497C-8155-693E4A63BE62}" dt="2025-07-10T18:42:23.384" v="614"/>
          <ac:spMkLst>
            <pc:docMk/>
            <pc:sldMk cId="1990106330" sldId="271"/>
            <ac:spMk id="9" creationId="{343E473F-DC28-5E10-174B-E5BD7DCB6ADF}"/>
          </ac:spMkLst>
        </pc:spChg>
        <pc:spChg chg="add mod">
          <ac:chgData name="Abu Shufian" userId="62e11fb761702994" providerId="LiveId" clId="{CB2F692A-7105-497C-8155-693E4A63BE62}" dt="2025-07-10T18:42:25.779" v="615" actId="20577"/>
          <ac:spMkLst>
            <pc:docMk/>
            <pc:sldMk cId="1990106330" sldId="271"/>
            <ac:spMk id="12" creationId="{85F4DFBA-871A-016D-2003-485775A12428}"/>
          </ac:spMkLst>
        </pc:spChg>
        <pc:spChg chg="del">
          <ac:chgData name="Abu Shufian" userId="62e11fb761702994" providerId="LiveId" clId="{CB2F692A-7105-497C-8155-693E4A63BE62}" dt="2025-07-10T18:25:54.135" v="374" actId="478"/>
          <ac:spMkLst>
            <pc:docMk/>
            <pc:sldMk cId="1990106330" sldId="271"/>
            <ac:spMk id="14" creationId="{336C22A5-6DF6-D6E3-197A-86CFBDBA5B64}"/>
          </ac:spMkLst>
        </pc:spChg>
        <pc:spChg chg="del mod">
          <ac:chgData name="Abu Shufian" userId="62e11fb761702994" providerId="LiveId" clId="{CB2F692A-7105-497C-8155-693E4A63BE62}" dt="2025-07-10T18:25:56.832" v="376" actId="478"/>
          <ac:spMkLst>
            <pc:docMk/>
            <pc:sldMk cId="1990106330" sldId="271"/>
            <ac:spMk id="15" creationId="{472CEDD0-B463-7861-622B-C0147476C233}"/>
          </ac:spMkLst>
        </pc:spChg>
        <pc:picChg chg="add mod">
          <ac:chgData name="Abu Shufian" userId="62e11fb761702994" providerId="LiveId" clId="{CB2F692A-7105-497C-8155-693E4A63BE62}" dt="2025-07-10T18:42:23.384" v="614"/>
          <ac:picMkLst>
            <pc:docMk/>
            <pc:sldMk cId="1990106330" sldId="271"/>
            <ac:picMk id="10" creationId="{C34EACA4-F2BB-4348-3920-09C11EA236F8}"/>
          </ac:picMkLst>
        </pc:picChg>
        <pc:picChg chg="del">
          <ac:chgData name="Abu Shufian" userId="62e11fb761702994" providerId="LiveId" clId="{CB2F692A-7105-497C-8155-693E4A63BE62}" dt="2025-07-10T18:25:57.229" v="377" actId="478"/>
          <ac:picMkLst>
            <pc:docMk/>
            <pc:sldMk cId="1990106330" sldId="271"/>
            <ac:picMk id="16" creationId="{6054547E-B2D9-9536-84CA-1AC78CD8755E}"/>
          </ac:picMkLst>
        </pc:picChg>
      </pc:sldChg>
      <pc:sldChg chg="addSp modSp add mod">
        <pc:chgData name="Abu Shufian" userId="62e11fb761702994" providerId="LiveId" clId="{CB2F692A-7105-497C-8155-693E4A63BE62}" dt="2025-07-10T18:42:31.686" v="617" actId="20577"/>
        <pc:sldMkLst>
          <pc:docMk/>
          <pc:sldMk cId="2351566526" sldId="272"/>
        </pc:sldMkLst>
        <pc:spChg chg="mod">
          <ac:chgData name="Abu Shufian" userId="62e11fb761702994" providerId="LiveId" clId="{CB2F692A-7105-497C-8155-693E4A63BE62}" dt="2025-07-10T18:28:06.784" v="403" actId="20577"/>
          <ac:spMkLst>
            <pc:docMk/>
            <pc:sldMk cId="2351566526" sldId="272"/>
            <ac:spMk id="6" creationId="{F199D755-6136-DB19-4024-70669612F68F}"/>
          </ac:spMkLst>
        </pc:spChg>
        <pc:spChg chg="add mod">
          <ac:chgData name="Abu Shufian" userId="62e11fb761702994" providerId="LiveId" clId="{CB2F692A-7105-497C-8155-693E4A63BE62}" dt="2025-07-10T18:42:29.452" v="616"/>
          <ac:spMkLst>
            <pc:docMk/>
            <pc:sldMk cId="2351566526" sldId="272"/>
            <ac:spMk id="7" creationId="{00CEA265-AEF4-90CE-364C-B40A0CED8F47}"/>
          </ac:spMkLst>
        </pc:spChg>
        <pc:spChg chg="mod">
          <ac:chgData name="Abu Shufian" userId="62e11fb761702994" providerId="LiveId" clId="{CB2F692A-7105-497C-8155-693E4A63BE62}" dt="2025-07-10T18:29:10.332" v="415" actId="1076"/>
          <ac:spMkLst>
            <pc:docMk/>
            <pc:sldMk cId="2351566526" sldId="272"/>
            <ac:spMk id="8" creationId="{ACDBD888-EBFE-389C-75E4-648DB97ED68D}"/>
          </ac:spMkLst>
        </pc:spChg>
        <pc:spChg chg="add mod">
          <ac:chgData name="Abu Shufian" userId="62e11fb761702994" providerId="LiveId" clId="{CB2F692A-7105-497C-8155-693E4A63BE62}" dt="2025-07-10T18:42:31.686" v="617" actId="20577"/>
          <ac:spMkLst>
            <pc:docMk/>
            <pc:sldMk cId="2351566526" sldId="272"/>
            <ac:spMk id="10" creationId="{12FDBA82-8C89-D5C6-B8E1-30970F47FEC0}"/>
          </ac:spMkLst>
        </pc:spChg>
        <pc:picChg chg="add mod">
          <ac:chgData name="Abu Shufian" userId="62e11fb761702994" providerId="LiveId" clId="{CB2F692A-7105-497C-8155-693E4A63BE62}" dt="2025-07-10T18:42:29.452" v="616"/>
          <ac:picMkLst>
            <pc:docMk/>
            <pc:sldMk cId="2351566526" sldId="272"/>
            <ac:picMk id="9" creationId="{E5CF816C-2448-9FF2-357D-9538A67BFAA4}"/>
          </ac:picMkLst>
        </pc:picChg>
      </pc:sldChg>
      <pc:sldChg chg="addSp modSp add mod">
        <pc:chgData name="Abu Shufian" userId="62e11fb761702994" providerId="LiveId" clId="{CB2F692A-7105-497C-8155-693E4A63BE62}" dt="2025-07-10T18:42:38.198" v="619" actId="20577"/>
        <pc:sldMkLst>
          <pc:docMk/>
          <pc:sldMk cId="968026106" sldId="273"/>
        </pc:sldMkLst>
        <pc:spChg chg="mod">
          <ac:chgData name="Abu Shufian" userId="62e11fb761702994" providerId="LiveId" clId="{CB2F692A-7105-497C-8155-693E4A63BE62}" dt="2025-07-10T18:29:31.322" v="428" actId="20577"/>
          <ac:spMkLst>
            <pc:docMk/>
            <pc:sldMk cId="968026106" sldId="273"/>
            <ac:spMk id="6" creationId="{00FED3E8-BA1E-0B92-164F-5B0161461D0A}"/>
          </ac:spMkLst>
        </pc:spChg>
        <pc:spChg chg="add mod">
          <ac:chgData name="Abu Shufian" userId="62e11fb761702994" providerId="LiveId" clId="{CB2F692A-7105-497C-8155-693E4A63BE62}" dt="2025-07-10T18:42:36.132" v="618"/>
          <ac:spMkLst>
            <pc:docMk/>
            <pc:sldMk cId="968026106" sldId="273"/>
            <ac:spMk id="7" creationId="{5EFD5792-66AD-F39F-48F5-26D1A7A809CC}"/>
          </ac:spMkLst>
        </pc:spChg>
        <pc:spChg chg="mod">
          <ac:chgData name="Abu Shufian" userId="62e11fb761702994" providerId="LiveId" clId="{CB2F692A-7105-497C-8155-693E4A63BE62}" dt="2025-07-10T18:30:15.909" v="438" actId="20577"/>
          <ac:spMkLst>
            <pc:docMk/>
            <pc:sldMk cId="968026106" sldId="273"/>
            <ac:spMk id="8" creationId="{72595F0C-2542-5284-FEA6-CECEF3D070A7}"/>
          </ac:spMkLst>
        </pc:spChg>
        <pc:spChg chg="add mod">
          <ac:chgData name="Abu Shufian" userId="62e11fb761702994" providerId="LiveId" clId="{CB2F692A-7105-497C-8155-693E4A63BE62}" dt="2025-07-10T18:42:38.198" v="619" actId="20577"/>
          <ac:spMkLst>
            <pc:docMk/>
            <pc:sldMk cId="968026106" sldId="273"/>
            <ac:spMk id="10" creationId="{135BF53F-EF6A-188E-56E6-B41C9F76191A}"/>
          </ac:spMkLst>
        </pc:spChg>
        <pc:picChg chg="add mod">
          <ac:chgData name="Abu Shufian" userId="62e11fb761702994" providerId="LiveId" clId="{CB2F692A-7105-497C-8155-693E4A63BE62}" dt="2025-07-10T18:42:36.132" v="618"/>
          <ac:picMkLst>
            <pc:docMk/>
            <pc:sldMk cId="968026106" sldId="273"/>
            <ac:picMk id="9" creationId="{F1B1F434-C902-697F-884B-230F908944BB}"/>
          </ac:picMkLst>
        </pc:picChg>
      </pc:sldChg>
      <pc:sldChg chg="addSp modSp add mod">
        <pc:chgData name="Abu Shufian" userId="62e11fb761702994" providerId="LiveId" clId="{CB2F692A-7105-497C-8155-693E4A63BE62}" dt="2025-07-10T18:42:44.313" v="621" actId="20577"/>
        <pc:sldMkLst>
          <pc:docMk/>
          <pc:sldMk cId="210456942" sldId="274"/>
        </pc:sldMkLst>
        <pc:spChg chg="mod">
          <ac:chgData name="Abu Shufian" userId="62e11fb761702994" providerId="LiveId" clId="{CB2F692A-7105-497C-8155-693E4A63BE62}" dt="2025-07-10T18:33:58.999" v="449" actId="20577"/>
          <ac:spMkLst>
            <pc:docMk/>
            <pc:sldMk cId="210456942" sldId="274"/>
            <ac:spMk id="6" creationId="{EFF09AD2-7A58-D5CB-4B7F-9019F1C12CE1}"/>
          </ac:spMkLst>
        </pc:spChg>
        <pc:spChg chg="add mod">
          <ac:chgData name="Abu Shufian" userId="62e11fb761702994" providerId="LiveId" clId="{CB2F692A-7105-497C-8155-693E4A63BE62}" dt="2025-07-10T18:42:41.676" v="620"/>
          <ac:spMkLst>
            <pc:docMk/>
            <pc:sldMk cId="210456942" sldId="274"/>
            <ac:spMk id="7" creationId="{7AAC423C-4913-9D63-2181-CC8E01FAF1A9}"/>
          </ac:spMkLst>
        </pc:spChg>
        <pc:spChg chg="mod">
          <ac:chgData name="Abu Shufian" userId="62e11fb761702994" providerId="LiveId" clId="{CB2F692A-7105-497C-8155-693E4A63BE62}" dt="2025-07-10T18:34:09.217" v="453" actId="14100"/>
          <ac:spMkLst>
            <pc:docMk/>
            <pc:sldMk cId="210456942" sldId="274"/>
            <ac:spMk id="8" creationId="{53CB8489-6621-0EAE-3973-415DD45566F7}"/>
          </ac:spMkLst>
        </pc:spChg>
        <pc:spChg chg="add mod">
          <ac:chgData name="Abu Shufian" userId="62e11fb761702994" providerId="LiveId" clId="{CB2F692A-7105-497C-8155-693E4A63BE62}" dt="2025-07-10T18:42:44.313" v="621" actId="20577"/>
          <ac:spMkLst>
            <pc:docMk/>
            <pc:sldMk cId="210456942" sldId="274"/>
            <ac:spMk id="10" creationId="{E12FCF8D-C3B6-0778-86DE-A32F542F4C05}"/>
          </ac:spMkLst>
        </pc:spChg>
        <pc:picChg chg="add mod">
          <ac:chgData name="Abu Shufian" userId="62e11fb761702994" providerId="LiveId" clId="{CB2F692A-7105-497C-8155-693E4A63BE62}" dt="2025-07-10T18:42:41.676" v="620"/>
          <ac:picMkLst>
            <pc:docMk/>
            <pc:sldMk cId="210456942" sldId="274"/>
            <ac:picMk id="9" creationId="{324BA284-06CF-C1B9-E423-15CFC0B821E4}"/>
          </ac:picMkLst>
        </pc:picChg>
      </pc:sldChg>
      <pc:sldChg chg="addSp modSp add mod">
        <pc:chgData name="Abu Shufian" userId="62e11fb761702994" providerId="LiveId" clId="{CB2F692A-7105-497C-8155-693E4A63BE62}" dt="2025-07-10T18:41:00.750" v="588" actId="20577"/>
        <pc:sldMkLst>
          <pc:docMk/>
          <pc:sldMk cId="4134914838" sldId="275"/>
        </pc:sldMkLst>
        <pc:spChg chg="add mod">
          <ac:chgData name="Abu Shufian" userId="62e11fb761702994" providerId="LiveId" clId="{CB2F692A-7105-497C-8155-693E4A63BE62}" dt="2025-07-10T18:40:57.975" v="586"/>
          <ac:spMkLst>
            <pc:docMk/>
            <pc:sldMk cId="4134914838" sldId="275"/>
            <ac:spMk id="10" creationId="{729F0811-79A8-79D2-A5CC-42CD169DC83F}"/>
          </ac:spMkLst>
        </pc:spChg>
        <pc:spChg chg="add mod">
          <ac:chgData name="Abu Shufian" userId="62e11fb761702994" providerId="LiveId" clId="{CB2F692A-7105-497C-8155-693E4A63BE62}" dt="2025-07-10T18:41:00.750" v="588" actId="20577"/>
          <ac:spMkLst>
            <pc:docMk/>
            <pc:sldMk cId="4134914838" sldId="275"/>
            <ac:spMk id="12" creationId="{E34B982A-007D-BD8C-7480-2B3CEEFF391C}"/>
          </ac:spMkLst>
        </pc:spChg>
        <pc:picChg chg="add mod">
          <ac:chgData name="Abu Shufian" userId="62e11fb761702994" providerId="LiveId" clId="{CB2F692A-7105-497C-8155-693E4A63BE62}" dt="2025-07-10T18:40:57.975" v="586"/>
          <ac:picMkLst>
            <pc:docMk/>
            <pc:sldMk cId="4134914838" sldId="275"/>
            <ac:picMk id="11" creationId="{9F152AE3-346B-ABE4-3902-993AA191B77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5CD6C1-6679-478D-A349-58F0822F7C5D}" type="datetimeFigureOut">
              <a:rPr lang="en-US" smtClean="0"/>
              <a:pPr/>
              <a:t>12/28/2025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4FD0B6-D9DB-45E2-86D4-8962BE963EB0}" type="slidenum">
              <a:rPr lang="en-US" smtClean="0"/>
              <a:pPr/>
              <a:t>‹#›</a:t>
            </a:fld>
            <a:endParaRPr lang="en-US"/>
          </a:p>
        </p:txBody>
      </p:sp>
    </p:spTree>
    <p:extLst>
      <p:ext uri="{BB962C8B-B14F-4D97-AF65-F5344CB8AC3E}">
        <p14:creationId xmlns:p14="http://schemas.microsoft.com/office/powerpoint/2010/main" xmlns="" val="1787164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7.png"/><Relationship Id="rId5" Type="http://schemas.openxmlformats.org/officeDocument/2006/relationships/image" Target="../media/image4.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8.svg"/></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7.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8.svg"/></Relationships>
</file>

<file path=ppt/slides/_rels/slide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8.svg"/></Relationships>
</file>

<file path=ppt/slides/_rels/slide1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7.pn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2.png"/><Relationship Id="rId9"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6.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6.sv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1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8.svg"/></Relationships>
</file>

<file path=ppt/slides/_rels/slide1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8.svg"/></Relationships>
</file>

<file path=ppt/slides/_rels/slide1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8.svg"/></Relationships>
</file>

<file path=ppt/slides/_rels/slide1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8.svg"/></Relationships>
</file>

<file path=ppt/slides/_rels/slide19.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5.png"/><Relationship Id="rId5" Type="http://schemas.openxmlformats.org/officeDocument/2006/relationships/image" Target="../media/image4.svg"/><Relationship Id="rId10" Type="http://schemas.openxmlformats.org/officeDocument/2006/relationships/image" Target="../media/image14.png"/><Relationship Id="rId4" Type="http://schemas.openxmlformats.org/officeDocument/2006/relationships/image" Target="../media/image2.png"/><Relationship Id="rId9" Type="http://schemas.openxmlformats.org/officeDocument/2006/relationships/image" Target="../media/image8.svg"/></Relationships>
</file>

<file path=ppt/slides/_rels/slide2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8.svg"/></Relationships>
</file>

<file path=ppt/slides/_rels/slide2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Freeform 2"/>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flipH="1" flipV="1">
            <a:off x="-819150" y="-1605811"/>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 name="Freeform 5"/>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Freeform 7"/>
          <p:cNvSpPr/>
          <p:nvPr/>
        </p:nvSpPr>
        <p:spPr>
          <a:xfrm>
            <a:off x="604698" y="650011"/>
            <a:ext cx="2690952" cy="1345476"/>
          </a:xfrm>
          <a:custGeom>
            <a:avLst/>
            <a:gdLst/>
            <a:ahLst/>
            <a:cxnLst/>
            <a:rect l="l" t="t" r="r" b="b"/>
            <a:pathLst>
              <a:path w="2690952" h="1345476">
                <a:moveTo>
                  <a:pt x="0" y="0"/>
                </a:moveTo>
                <a:lnTo>
                  <a:pt x="2690952" y="0"/>
                </a:lnTo>
                <a:lnTo>
                  <a:pt x="2690952" y="1345477"/>
                </a:lnTo>
                <a:lnTo>
                  <a:pt x="0" y="1345477"/>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10" name="object 2">
            <a:extLst>
              <a:ext uri="{FF2B5EF4-FFF2-40B4-BE49-F238E27FC236}">
                <a16:creationId xmlns:a16="http://schemas.microsoft.com/office/drawing/2014/main" xmlns="" id="{A99E6AB3-51AD-EDE0-2F77-DDF5464F2DCF}"/>
              </a:ext>
            </a:extLst>
          </p:cNvPr>
          <p:cNvSpPr txBox="1">
            <a:spLocks/>
          </p:cNvSpPr>
          <p:nvPr/>
        </p:nvSpPr>
        <p:spPr>
          <a:xfrm>
            <a:off x="4740280" y="488069"/>
            <a:ext cx="9156701" cy="504625"/>
          </a:xfrm>
          <a:prstGeom prst="rect">
            <a:avLst/>
          </a:prstGeom>
        </p:spPr>
        <p:txBody>
          <a:bodyPr vert="horz" wrap="square" lIns="0" tIns="1206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spcBef>
                <a:spcPts val="95"/>
              </a:spcBef>
            </a:pPr>
            <a:r>
              <a:rPr lang="en-US" sz="3200" b="1" spc="-5" dirty="0" err="1">
                <a:latin typeface="Times New Roman" panose="02020603050405020304" pitchFamily="18" charset="0"/>
                <a:cs typeface="Times New Roman" panose="02020603050405020304" pitchFamily="18" charset="0"/>
              </a:rPr>
              <a:t>Bogura</a:t>
            </a:r>
            <a:r>
              <a:rPr lang="en-US" sz="3200" b="1" spc="-5" dirty="0">
                <a:latin typeface="Times New Roman" panose="02020603050405020304" pitchFamily="18" charset="0"/>
                <a:cs typeface="Times New Roman" panose="02020603050405020304" pitchFamily="18" charset="0"/>
              </a:rPr>
              <a:t> Polytechnic Institute</a:t>
            </a:r>
            <a:endParaRPr lang="en-US" sz="3200" b="1" dirty="0">
              <a:latin typeface="Times New Roman" panose="02020603050405020304" pitchFamily="18" charset="0"/>
              <a:cs typeface="Times New Roman" panose="02020603050405020304" pitchFamily="18" charset="0"/>
            </a:endParaRPr>
          </a:p>
        </p:txBody>
      </p:sp>
      <p:sp>
        <p:nvSpPr>
          <p:cNvPr id="12" name="object 6">
            <a:extLst>
              <a:ext uri="{FF2B5EF4-FFF2-40B4-BE49-F238E27FC236}">
                <a16:creationId xmlns:a16="http://schemas.microsoft.com/office/drawing/2014/main" xmlns="" id="{B2593579-F640-1D82-5CAC-EF1F63B63A68}"/>
              </a:ext>
            </a:extLst>
          </p:cNvPr>
          <p:cNvSpPr txBox="1"/>
          <p:nvPr/>
        </p:nvSpPr>
        <p:spPr>
          <a:xfrm>
            <a:off x="831568" y="4152740"/>
            <a:ext cx="16506313" cy="1451038"/>
          </a:xfrm>
          <a:prstGeom prst="rect">
            <a:avLst/>
          </a:prstGeom>
        </p:spPr>
        <p:txBody>
          <a:bodyPr vert="horz" wrap="square" lIns="0" tIns="4508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044190" marR="2286000" indent="-267970" algn="ctr">
              <a:spcBef>
                <a:spcPts val="355"/>
              </a:spcBef>
            </a:pPr>
            <a:r>
              <a:rPr sz="2800" b="1" spc="-5" dirty="0">
                <a:latin typeface="Times New Roman" panose="02020603050405020304"/>
                <a:cs typeface="Times New Roman" panose="02020603050405020304"/>
              </a:rPr>
              <a:t>Course Code:- </a:t>
            </a:r>
            <a:r>
              <a:rPr lang="en-US" sz="2800" b="1" spc="-5" dirty="0">
                <a:latin typeface="Times New Roman" panose="02020603050405020304"/>
                <a:cs typeface="Times New Roman" panose="02020603050405020304"/>
              </a:rPr>
              <a:t>Electronics 68</a:t>
            </a:r>
            <a:endParaRPr lang="en-US" sz="2800" b="1" spc="-585" dirty="0">
              <a:latin typeface="Times New Roman" panose="02020603050405020304"/>
              <a:cs typeface="Times New Roman" panose="02020603050405020304"/>
            </a:endParaRPr>
          </a:p>
          <a:p>
            <a:pPr marL="3044190" marR="2286000" indent="-267970" algn="ctr">
              <a:spcBef>
                <a:spcPts val="355"/>
              </a:spcBef>
            </a:pPr>
            <a:r>
              <a:rPr sz="2800" b="1" spc="-5" dirty="0">
                <a:solidFill>
                  <a:srgbClr val="0000FF"/>
                </a:solidFill>
                <a:uFill>
                  <a:solidFill>
                    <a:srgbClr val="FF0000"/>
                  </a:solidFill>
                </a:uFill>
                <a:latin typeface="Times New Roman" panose="02020603050405020304"/>
                <a:cs typeface="Times New Roman" panose="02020603050405020304"/>
              </a:rPr>
              <a:t>Presentation</a:t>
            </a:r>
            <a:r>
              <a:rPr sz="2800" b="1" spc="-40" dirty="0">
                <a:solidFill>
                  <a:srgbClr val="0000FF"/>
                </a:solidFill>
                <a:uFill>
                  <a:solidFill>
                    <a:srgbClr val="FF0000"/>
                  </a:solidFill>
                </a:uFill>
                <a:latin typeface="Times New Roman" panose="02020603050405020304"/>
                <a:cs typeface="Times New Roman" panose="02020603050405020304"/>
              </a:rPr>
              <a:t> </a:t>
            </a:r>
            <a:r>
              <a:rPr sz="2800" b="1" dirty="0">
                <a:solidFill>
                  <a:srgbClr val="0000FF"/>
                </a:solidFill>
                <a:uFill>
                  <a:solidFill>
                    <a:srgbClr val="FF0000"/>
                  </a:solidFill>
                </a:uFill>
                <a:latin typeface="Times New Roman" panose="02020603050405020304"/>
                <a:cs typeface="Times New Roman" panose="02020603050405020304"/>
              </a:rPr>
              <a:t>On</a:t>
            </a:r>
            <a:endParaRPr sz="2800" b="1" dirty="0">
              <a:solidFill>
                <a:srgbClr val="0000FF"/>
              </a:solidFill>
              <a:latin typeface="Times New Roman" panose="02020603050405020304"/>
              <a:cs typeface="Times New Roman" panose="02020603050405020304"/>
            </a:endParaRPr>
          </a:p>
          <a:p>
            <a:pPr marL="12700" algn="ctr"/>
            <a:r>
              <a:rPr lang="en-US" sz="3200" b="1" dirty="0">
                <a:latin typeface="Times New Roman" panose="02020603050405020304" pitchFamily="18" charset="0"/>
                <a:cs typeface="Times New Roman" panose="02020603050405020304" pitchFamily="18" charset="0"/>
              </a:rPr>
              <a:t>IoT-Enabled Wireless Robotic Arm for Remote Manipulation</a:t>
            </a:r>
          </a:p>
        </p:txBody>
      </p:sp>
      <p:sp>
        <p:nvSpPr>
          <p:cNvPr id="13" name="object 3">
            <a:extLst>
              <a:ext uri="{FF2B5EF4-FFF2-40B4-BE49-F238E27FC236}">
                <a16:creationId xmlns:a16="http://schemas.microsoft.com/office/drawing/2014/main" xmlns="" id="{7C053AF8-412C-B893-3C22-9AAEEBEEE26C}"/>
              </a:ext>
            </a:extLst>
          </p:cNvPr>
          <p:cNvSpPr txBox="1"/>
          <p:nvPr/>
        </p:nvSpPr>
        <p:spPr>
          <a:xfrm>
            <a:off x="1176593" y="5981700"/>
            <a:ext cx="4238113" cy="3063787"/>
          </a:xfrm>
          <a:prstGeom prst="rect">
            <a:avLst/>
          </a:prstGeom>
        </p:spPr>
        <p:txBody>
          <a:bodyPr vert="horz" wrap="square" lIns="0" tIns="1206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5080" indent="-635" algn="ctr">
              <a:lnSpc>
                <a:spcPct val="100000"/>
              </a:lnSpc>
              <a:spcBef>
                <a:spcPts val="95"/>
              </a:spcBef>
            </a:pPr>
            <a:r>
              <a:rPr sz="3200" b="1" spc="-5" dirty="0">
                <a:solidFill>
                  <a:srgbClr val="0000FF"/>
                </a:solidFill>
                <a:latin typeface="Times New Roman" panose="02020603050405020304"/>
                <a:cs typeface="Times New Roman" panose="02020603050405020304"/>
              </a:rPr>
              <a:t>Supervised </a:t>
            </a:r>
            <a:r>
              <a:rPr lang="en-US" sz="3200" b="1" spc="-5" dirty="0">
                <a:solidFill>
                  <a:srgbClr val="0000FF"/>
                </a:solidFill>
                <a:latin typeface="Times New Roman" panose="02020603050405020304"/>
                <a:cs typeface="Times New Roman" panose="02020603050405020304"/>
              </a:rPr>
              <a:t>B</a:t>
            </a:r>
            <a:r>
              <a:rPr sz="3200" b="1" dirty="0">
                <a:solidFill>
                  <a:srgbClr val="0000FF"/>
                </a:solidFill>
                <a:latin typeface="Times New Roman" panose="02020603050405020304"/>
                <a:cs typeface="Times New Roman" panose="02020603050405020304"/>
              </a:rPr>
              <a:t>y</a:t>
            </a:r>
            <a:r>
              <a:rPr sz="3200" b="1" spc="5" dirty="0">
                <a:solidFill>
                  <a:srgbClr val="0000FF"/>
                </a:solidFill>
                <a:latin typeface="Times New Roman" panose="02020603050405020304"/>
                <a:cs typeface="Times New Roman" panose="02020603050405020304"/>
              </a:rPr>
              <a:t> </a:t>
            </a:r>
            <a:endParaRPr lang="en-US" sz="3200" b="1" spc="5" dirty="0">
              <a:solidFill>
                <a:srgbClr val="0000FF"/>
              </a:solidFill>
              <a:latin typeface="Times New Roman" panose="02020603050405020304"/>
              <a:cs typeface="Times New Roman" panose="02020603050405020304"/>
            </a:endParaRPr>
          </a:p>
          <a:p>
            <a:pPr marL="12700" marR="5080" indent="-635" algn="ctr">
              <a:lnSpc>
                <a:spcPct val="150000"/>
              </a:lnSpc>
              <a:spcBef>
                <a:spcPts val="95"/>
              </a:spcBef>
            </a:pPr>
            <a:r>
              <a:rPr lang="en-US" sz="2800" b="1" dirty="0">
                <a:latin typeface="Times New Roman" panose="02020603050405020304"/>
                <a:cs typeface="Times New Roman" panose="02020603050405020304"/>
              </a:rPr>
              <a:t>ZZZZZZZZ</a:t>
            </a:r>
          </a:p>
          <a:p>
            <a:pPr marL="12700" marR="5080" indent="-635" algn="ctr">
              <a:lnSpc>
                <a:spcPct val="150000"/>
              </a:lnSpc>
              <a:spcBef>
                <a:spcPts val="95"/>
              </a:spcBef>
            </a:pPr>
            <a:r>
              <a:rPr lang="en-US" sz="2800" dirty="0">
                <a:latin typeface="Times New Roman" panose="02020603050405020304"/>
                <a:cs typeface="Times New Roman" panose="02020603050405020304"/>
              </a:rPr>
              <a:t>ZZZZ</a:t>
            </a:r>
          </a:p>
          <a:p>
            <a:pPr marL="12700" marR="5080" indent="-635" algn="ctr">
              <a:lnSpc>
                <a:spcPct val="150000"/>
              </a:lnSpc>
              <a:spcBef>
                <a:spcPts val="95"/>
              </a:spcBef>
            </a:pPr>
            <a:r>
              <a:rPr lang="en-US" sz="2800" dirty="0">
                <a:latin typeface="Times New Roman" panose="02020603050405020304"/>
                <a:cs typeface="Times New Roman" panose="02020603050405020304"/>
              </a:rPr>
              <a:t>ZZZ</a:t>
            </a:r>
          </a:p>
          <a:p>
            <a:pPr marL="12700" marR="5080" indent="-635" algn="ctr">
              <a:lnSpc>
                <a:spcPct val="150000"/>
              </a:lnSpc>
              <a:spcBef>
                <a:spcPts val="95"/>
              </a:spcBef>
            </a:pPr>
            <a:r>
              <a:rPr lang="en-US" sz="2800" dirty="0">
                <a:latin typeface="Times New Roman" panose="02020603050405020304"/>
                <a:cs typeface="Times New Roman" panose="02020603050405020304"/>
              </a:rPr>
              <a:t> BPI</a:t>
            </a:r>
          </a:p>
        </p:txBody>
      </p:sp>
      <p:pic>
        <p:nvPicPr>
          <p:cNvPr id="8" name="Picture 7">
            <a:extLst>
              <a:ext uri="{FF2B5EF4-FFF2-40B4-BE49-F238E27FC236}">
                <a16:creationId xmlns:a16="http://schemas.microsoft.com/office/drawing/2014/main" xmlns="" id="{7EBBBE65-B4B4-EBA2-D3DD-CE690C0B8319}"/>
              </a:ext>
            </a:extLst>
          </p:cNvPr>
          <p:cNvPicPr>
            <a:picLocks noChangeAspect="1"/>
          </p:cNvPicPr>
          <p:nvPr/>
        </p:nvPicPr>
        <p:blipFill>
          <a:blip r:embed="rId12"/>
          <a:stretch>
            <a:fillRect/>
          </a:stretch>
        </p:blipFill>
        <p:spPr>
          <a:xfrm>
            <a:off x="7523686" y="947951"/>
            <a:ext cx="3372913" cy="3372913"/>
          </a:xfrm>
          <a:prstGeom prst="rect">
            <a:avLst/>
          </a:prstGeom>
        </p:spPr>
      </p:pic>
      <p:sp>
        <p:nvSpPr>
          <p:cNvPr id="9" name="object 3">
            <a:extLst>
              <a:ext uri="{FF2B5EF4-FFF2-40B4-BE49-F238E27FC236}">
                <a16:creationId xmlns:a16="http://schemas.microsoft.com/office/drawing/2014/main" xmlns="" id="{1BCDD7FF-DDEC-FBBF-AFFC-B5104C356CF9}"/>
              </a:ext>
            </a:extLst>
          </p:cNvPr>
          <p:cNvSpPr txBox="1"/>
          <p:nvPr/>
        </p:nvSpPr>
        <p:spPr>
          <a:xfrm>
            <a:off x="10896599" y="5916699"/>
            <a:ext cx="5029200" cy="3128421"/>
          </a:xfrm>
          <a:prstGeom prst="rect">
            <a:avLst/>
          </a:prstGeom>
        </p:spPr>
        <p:txBody>
          <a:bodyPr vert="horz" wrap="square" lIns="0" tIns="1206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5080" indent="-635" algn="ctr">
              <a:lnSpc>
                <a:spcPct val="100000"/>
              </a:lnSpc>
              <a:spcBef>
                <a:spcPts val="95"/>
              </a:spcBef>
            </a:pPr>
            <a:r>
              <a:rPr lang="en-US" sz="3200" b="1" spc="-5" dirty="0">
                <a:solidFill>
                  <a:srgbClr val="0000FF"/>
                </a:solidFill>
                <a:latin typeface="Times New Roman" panose="02020603050405020304"/>
                <a:cs typeface="Times New Roman" panose="02020603050405020304"/>
              </a:rPr>
              <a:t>Department Chef Instructor</a:t>
            </a:r>
            <a:endParaRPr lang="en-US" sz="3200" b="1" spc="5" dirty="0">
              <a:solidFill>
                <a:srgbClr val="0000FF"/>
              </a:solidFill>
              <a:latin typeface="Times New Roman" panose="02020603050405020304"/>
              <a:cs typeface="Times New Roman" panose="02020603050405020304"/>
            </a:endParaRPr>
          </a:p>
          <a:p>
            <a:pPr marL="12700" marR="5080" indent="-635" algn="ctr">
              <a:lnSpc>
                <a:spcPct val="150000"/>
              </a:lnSpc>
              <a:spcBef>
                <a:spcPts val="95"/>
              </a:spcBef>
            </a:pPr>
            <a:r>
              <a:rPr lang="en-US" sz="2800" b="1" dirty="0">
                <a:latin typeface="Times New Roman" panose="02020603050405020304"/>
                <a:cs typeface="Times New Roman" panose="02020603050405020304"/>
              </a:rPr>
              <a:t>YYYYYYY</a:t>
            </a:r>
          </a:p>
          <a:p>
            <a:pPr marL="12700" marR="5080" indent="-635" algn="ctr">
              <a:lnSpc>
                <a:spcPct val="150000"/>
              </a:lnSpc>
              <a:spcBef>
                <a:spcPts val="95"/>
              </a:spcBef>
            </a:pPr>
            <a:r>
              <a:rPr lang="en-US" sz="2800" i="0" u="none" strike="noStrike" kern="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YYYYY</a:t>
            </a:r>
          </a:p>
          <a:p>
            <a:pPr marL="12700" marR="5080" indent="-635" algn="ctr">
              <a:lnSpc>
                <a:spcPct val="150000"/>
              </a:lnSpc>
              <a:spcBef>
                <a:spcPts val="95"/>
              </a:spcBef>
            </a:pPr>
            <a:r>
              <a:rPr lang="en-US" sz="2800" i="0" u="none" strike="noStrike" kern="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YYY</a:t>
            </a:r>
            <a:endParaRPr lang="en-US" sz="2000" i="0" u="none" strike="noStrike" kern="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ctr" rtl="0" eaLnBrk="1" fontAlgn="t" latinLnBrk="0" hangingPunct="1">
              <a:lnSpc>
                <a:spcPct val="150000"/>
              </a:lnSpc>
              <a:buNone/>
            </a:pPr>
            <a:r>
              <a:rPr lang="en-US" sz="2800" i="0" u="none" strike="noStrike" kern="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BPI</a:t>
            </a:r>
            <a:endParaRPr lang="en-US" sz="2000" i="0" u="none" strike="noStrike" kern="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Date Placeholder 17">
            <a:extLst>
              <a:ext uri="{FF2B5EF4-FFF2-40B4-BE49-F238E27FC236}">
                <a16:creationId xmlns:a16="http://schemas.microsoft.com/office/drawing/2014/main" xmlns="" id="{BDA37B97-D13D-1624-1EB9-A1EAE01DFFC6}"/>
              </a:ext>
            </a:extLst>
          </p:cNvPr>
          <p:cNvSpPr>
            <a:spLocks noGrp="1"/>
          </p:cNvSpPr>
          <p:nvPr>
            <p:ph type="dt" sz="half" idx="10"/>
          </p:nvPr>
        </p:nvSpPr>
        <p:spPr>
          <a:xfrm>
            <a:off x="12115800" y="9633885"/>
            <a:ext cx="2914650" cy="365125"/>
          </a:xfrm>
        </p:spPr>
        <p:txBody>
          <a:bodyPr/>
          <a:lstStyle/>
          <a:p>
            <a:fld id="{ABF22844-196D-4EFA-A506-38085BB37A3A}" type="datetime2">
              <a:rPr lang="en-US" sz="1600" b="1" smtClean="0">
                <a:solidFill>
                  <a:schemeClr val="tx1"/>
                </a:solidFill>
                <a:latin typeface="Times New Roman" panose="02020603050405020304" pitchFamily="18" charset="0"/>
                <a:cs typeface="Times New Roman" panose="02020603050405020304" pitchFamily="18" charset="0"/>
              </a:rPr>
              <a:pPr/>
              <a:t>Sunday, December 28, 2025</a:t>
            </a:fld>
            <a:endParaRPr lang="en-US"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a:extLst>
            <a:ext uri="{FF2B5EF4-FFF2-40B4-BE49-F238E27FC236}">
              <a16:creationId xmlns:a16="http://schemas.microsoft.com/office/drawing/2014/main" xmlns="" id="{D8CCEDFD-52F7-CCFD-8DF0-042833A87DD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xmlns="" id="{978F03DD-1351-FB05-DDFD-721E3926886D}"/>
              </a:ext>
            </a:extLst>
          </p:cNvPr>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a:extLst>
              <a:ext uri="{FF2B5EF4-FFF2-40B4-BE49-F238E27FC236}">
                <a16:creationId xmlns:a16="http://schemas.microsoft.com/office/drawing/2014/main" xmlns="" id="{E8EB221B-A962-CF07-7AB5-793E1411B371}"/>
              </a:ext>
            </a:extLst>
          </p:cNvPr>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a:extLst>
              <a:ext uri="{FF2B5EF4-FFF2-40B4-BE49-F238E27FC236}">
                <a16:creationId xmlns:a16="http://schemas.microsoft.com/office/drawing/2014/main" xmlns="" id="{DFFD8906-A1C9-AE8D-800A-3ACEBCB3DEEF}"/>
              </a:ext>
            </a:extLst>
          </p:cNvPr>
          <p:cNvSpPr/>
          <p:nvPr/>
        </p:nvSpPr>
        <p:spPr>
          <a:xfrm flipH="1" flipV="1">
            <a:off x="-819150" y="-1605811"/>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 name="Freeform 5">
            <a:extLst>
              <a:ext uri="{FF2B5EF4-FFF2-40B4-BE49-F238E27FC236}">
                <a16:creationId xmlns:a16="http://schemas.microsoft.com/office/drawing/2014/main" xmlns="" id="{3C269429-5C5D-07C6-536B-0F5C8E1440BB}"/>
              </a:ext>
            </a:extLst>
          </p:cNvPr>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a:extLst>
              <a:ext uri="{FF2B5EF4-FFF2-40B4-BE49-F238E27FC236}">
                <a16:creationId xmlns:a16="http://schemas.microsoft.com/office/drawing/2014/main" xmlns="" id="{3896A161-4745-0BAB-C924-94B8BA90D83F}"/>
              </a:ext>
            </a:extLst>
          </p:cNvPr>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Freeform 7">
            <a:extLst>
              <a:ext uri="{FF2B5EF4-FFF2-40B4-BE49-F238E27FC236}">
                <a16:creationId xmlns:a16="http://schemas.microsoft.com/office/drawing/2014/main" xmlns="" id="{E99A5D5D-588C-99AA-8930-80F8517B1470}"/>
              </a:ext>
            </a:extLst>
          </p:cNvPr>
          <p:cNvSpPr/>
          <p:nvPr/>
        </p:nvSpPr>
        <p:spPr>
          <a:xfrm>
            <a:off x="604698" y="650011"/>
            <a:ext cx="2690952" cy="1345476"/>
          </a:xfrm>
          <a:custGeom>
            <a:avLst/>
            <a:gdLst/>
            <a:ahLst/>
            <a:cxnLst/>
            <a:rect l="l" t="t" r="r" b="b"/>
            <a:pathLst>
              <a:path w="2690952" h="1345476">
                <a:moveTo>
                  <a:pt x="0" y="0"/>
                </a:moveTo>
                <a:lnTo>
                  <a:pt x="2690952" y="0"/>
                </a:lnTo>
                <a:lnTo>
                  <a:pt x="2690952" y="1345477"/>
                </a:lnTo>
                <a:lnTo>
                  <a:pt x="0" y="1345477"/>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15" name="object 14">
            <a:extLst>
              <a:ext uri="{FF2B5EF4-FFF2-40B4-BE49-F238E27FC236}">
                <a16:creationId xmlns:a16="http://schemas.microsoft.com/office/drawing/2014/main" xmlns="" id="{C7C7D1F1-E451-ED35-BF15-0CA1E549A755}"/>
              </a:ext>
            </a:extLst>
          </p:cNvPr>
          <p:cNvSpPr txBox="1"/>
          <p:nvPr/>
        </p:nvSpPr>
        <p:spPr>
          <a:xfrm>
            <a:off x="831568" y="9846070"/>
            <a:ext cx="3333115" cy="228268"/>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spcBef>
                <a:spcPts val="95"/>
              </a:spcBef>
            </a:pPr>
            <a:r>
              <a:rPr lang="en-US" sz="1400" b="1" spc="-5" dirty="0" err="1">
                <a:latin typeface="Times New Roman" panose="02020603050405020304" pitchFamily="18" charset="0"/>
                <a:cs typeface="Times New Roman" panose="02020603050405020304" pitchFamily="18" charset="0"/>
              </a:rPr>
              <a:t>Bogura</a:t>
            </a:r>
            <a:r>
              <a:rPr lang="en-US" sz="1400" b="1" spc="-5" dirty="0">
                <a:latin typeface="Times New Roman" panose="02020603050405020304" pitchFamily="18" charset="0"/>
                <a:cs typeface="Times New Roman" panose="02020603050405020304" pitchFamily="18" charset="0"/>
              </a:rPr>
              <a:t> Polytechnic Institute</a:t>
            </a:r>
            <a:endParaRPr lang="en-US" sz="1400" b="1"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xmlns="" id="{A7F16575-0AD6-C827-E214-F1E3B4898254}"/>
              </a:ext>
            </a:extLst>
          </p:cNvPr>
          <p:cNvPicPr>
            <a:picLocks noChangeAspect="1"/>
          </p:cNvPicPr>
          <p:nvPr/>
        </p:nvPicPr>
        <p:blipFill>
          <a:blip r:embed="rId12" cstate="print"/>
          <a:stretch>
            <a:fillRect/>
          </a:stretch>
        </p:blipFill>
        <p:spPr>
          <a:xfrm>
            <a:off x="3657600" y="9627518"/>
            <a:ext cx="659482" cy="659482"/>
          </a:xfrm>
          <a:prstGeom prst="rect">
            <a:avLst/>
          </a:prstGeom>
        </p:spPr>
      </p:pic>
      <p:sp>
        <p:nvSpPr>
          <p:cNvPr id="14" name="TextBox 13">
            <a:extLst>
              <a:ext uri="{FF2B5EF4-FFF2-40B4-BE49-F238E27FC236}">
                <a16:creationId xmlns:a16="http://schemas.microsoft.com/office/drawing/2014/main" xmlns="" id="{5B5929F1-C184-4EAE-9D3B-34143EB18575}"/>
              </a:ext>
            </a:extLst>
          </p:cNvPr>
          <p:cNvSpPr txBox="1"/>
          <p:nvPr/>
        </p:nvSpPr>
        <p:spPr>
          <a:xfrm>
            <a:off x="2362200" y="991104"/>
            <a:ext cx="13217236" cy="1015663"/>
          </a:xfrm>
          <a:prstGeom prst="rect">
            <a:avLst/>
          </a:prstGeom>
          <a:noFill/>
        </p:spPr>
        <p:txBody>
          <a:bodyPr wrap="square">
            <a:spAutoFit/>
          </a:bodyPr>
          <a:lstStyle/>
          <a:p>
            <a:pPr marL="3044190" marR="2286000" lvl="0" indent="-267970" algn="ctr" defTabSz="914400" rtl="0" eaLnBrk="1" fontAlgn="auto" latinLnBrk="0" hangingPunct="1">
              <a:lnSpc>
                <a:spcPct val="100000"/>
              </a:lnSpc>
              <a:spcBef>
                <a:spcPts val="355"/>
              </a:spcBef>
              <a:spcAft>
                <a:spcPts val="0"/>
              </a:spcAft>
              <a:buClrTx/>
              <a:buSzTx/>
              <a:buFontTx/>
              <a:buNone/>
              <a:tabLst/>
              <a:defRPr/>
            </a:pPr>
            <a:r>
              <a:rPr kumimoji="0" lang="en-US" sz="2800" b="1" i="0" u="none" strike="noStrike" kern="1200" cap="none" spc="-5" normalizeH="0" baseline="0" noProof="0" dirty="0">
                <a:ln>
                  <a:noFill/>
                </a:ln>
                <a:solidFill>
                  <a:srgbClr val="0000FF"/>
                </a:solidFill>
                <a:effectLst/>
                <a:uLnTx/>
                <a:uFill>
                  <a:solidFill>
                    <a:srgbClr val="FF0000"/>
                  </a:solidFill>
                </a:uFill>
                <a:latin typeface="Times New Roman" panose="02020603050405020304"/>
                <a:ea typeface="+mn-ea"/>
                <a:cs typeface="Times New Roman" panose="02020603050405020304"/>
              </a:rPr>
              <a:t>Presentation</a:t>
            </a:r>
            <a:r>
              <a:rPr kumimoji="0" lang="en-US" sz="2800" b="1" i="0" u="none" strike="noStrike" kern="1200" cap="none" spc="-40" normalizeH="0" baseline="0" noProof="0" dirty="0">
                <a:ln>
                  <a:noFill/>
                </a:ln>
                <a:solidFill>
                  <a:srgbClr val="0000FF"/>
                </a:solidFill>
                <a:effectLst/>
                <a:uLnTx/>
                <a:uFill>
                  <a:solidFill>
                    <a:srgbClr val="FF0000"/>
                  </a:solidFill>
                </a:uFill>
                <a:latin typeface="Times New Roman" panose="02020603050405020304"/>
                <a:ea typeface="+mn-ea"/>
                <a:cs typeface="Times New Roman" panose="02020603050405020304"/>
              </a:rPr>
              <a:t> </a:t>
            </a:r>
            <a:r>
              <a:rPr kumimoji="0" lang="en-US" sz="2800" b="1" i="0" u="none" strike="noStrike" kern="1200" cap="none" spc="0" normalizeH="0" baseline="0" noProof="0" dirty="0">
                <a:ln>
                  <a:noFill/>
                </a:ln>
                <a:solidFill>
                  <a:srgbClr val="0000FF"/>
                </a:solidFill>
                <a:effectLst/>
                <a:uLnTx/>
                <a:uFill>
                  <a:solidFill>
                    <a:srgbClr val="FF0000"/>
                  </a:solidFill>
                </a:uFill>
                <a:latin typeface="Times New Roman" panose="02020603050405020304"/>
                <a:ea typeface="+mn-ea"/>
                <a:cs typeface="Times New Roman" panose="02020603050405020304"/>
              </a:rPr>
              <a:t>On</a:t>
            </a:r>
            <a:endParaRPr kumimoji="0" lang="en-US" sz="2800" b="1" i="0" u="none" strike="noStrike" kern="1200" cap="none" spc="0" normalizeH="0" baseline="0" noProof="0" dirty="0">
              <a:ln>
                <a:noFill/>
              </a:ln>
              <a:solidFill>
                <a:srgbClr val="0000FF"/>
              </a:solidFill>
              <a:effectLst/>
              <a:uLnTx/>
              <a:uFillTx/>
              <a:latin typeface="Times New Roman" panose="02020603050405020304"/>
              <a:ea typeface="+mn-ea"/>
              <a:cs typeface="Times New Roman" panose="02020603050405020304"/>
            </a:endParaRPr>
          </a:p>
          <a:p>
            <a:pPr marL="1270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IoT-Enabled Wireless Robotic Arm for Remote Manipulation</a:t>
            </a:r>
          </a:p>
        </p:txBody>
      </p:sp>
      <p:graphicFrame>
        <p:nvGraphicFramePr>
          <p:cNvPr id="16" name="Table 15">
            <a:extLst>
              <a:ext uri="{FF2B5EF4-FFF2-40B4-BE49-F238E27FC236}">
                <a16:creationId xmlns:a16="http://schemas.microsoft.com/office/drawing/2014/main" xmlns="" id="{BA0C0CA4-C0E7-82BA-7ECB-273BD1F23B63}"/>
              </a:ext>
            </a:extLst>
          </p:cNvPr>
          <p:cNvGraphicFramePr>
            <a:graphicFrameLocks noGrp="1"/>
          </p:cNvGraphicFramePr>
          <p:nvPr>
            <p:extLst>
              <p:ext uri="{D42A27DB-BD31-4B8C-83A1-F6EECF244321}">
                <p14:modId xmlns:p14="http://schemas.microsoft.com/office/powerpoint/2010/main" xmlns="" val="4031106368"/>
              </p:ext>
            </p:extLst>
          </p:nvPr>
        </p:nvGraphicFramePr>
        <p:xfrm>
          <a:off x="5268191" y="2219429"/>
          <a:ext cx="7751618" cy="579120"/>
        </p:xfrm>
        <a:graphic>
          <a:graphicData uri="http://schemas.openxmlformats.org/drawingml/2006/table">
            <a:tbl>
              <a:tblPr firstRow="1" bandRow="1">
                <a:tableStyleId>{5940675A-B579-460E-94D1-54222C63F5DA}</a:tableStyleId>
              </a:tblPr>
              <a:tblGrid>
                <a:gridCol w="7751618">
                  <a:extLst>
                    <a:ext uri="{9D8B030D-6E8A-4147-A177-3AD203B41FA5}">
                      <a16:colId xmlns:a16="http://schemas.microsoft.com/office/drawing/2014/main" xmlns="" val="1496981716"/>
                    </a:ext>
                  </a:extLst>
                </a:gridCol>
              </a:tblGrid>
              <a:tr h="370840">
                <a:tc>
                  <a:txBody>
                    <a:bodyPr/>
                    <a:lstStyle/>
                    <a:p>
                      <a:pPr algn="ctr"/>
                      <a:r>
                        <a:rPr lang="en-US" sz="3200" b="1" dirty="0">
                          <a:solidFill>
                            <a:srgbClr val="0000FF"/>
                          </a:solidFill>
                          <a:latin typeface="Times New Roman" panose="02020603050405020304" pitchFamily="18" charset="0"/>
                          <a:cs typeface="Times New Roman" panose="02020603050405020304" pitchFamily="18" charset="0"/>
                        </a:rPr>
                        <a:t>Presented By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xmlns="" val="3161414862"/>
                  </a:ext>
                </a:extLst>
              </a:tr>
            </a:tbl>
          </a:graphicData>
        </a:graphic>
      </p:graphicFrame>
      <p:graphicFrame>
        <p:nvGraphicFramePr>
          <p:cNvPr id="25" name="Table 24">
            <a:extLst>
              <a:ext uri="{FF2B5EF4-FFF2-40B4-BE49-F238E27FC236}">
                <a16:creationId xmlns:a16="http://schemas.microsoft.com/office/drawing/2014/main" xmlns="" id="{18CEF155-6ADD-CAB8-35AD-6191F70B7C54}"/>
              </a:ext>
            </a:extLst>
          </p:cNvPr>
          <p:cNvGraphicFramePr>
            <a:graphicFrameLocks noGrp="1"/>
          </p:cNvGraphicFramePr>
          <p:nvPr>
            <p:extLst>
              <p:ext uri="{D42A27DB-BD31-4B8C-83A1-F6EECF244321}">
                <p14:modId xmlns:p14="http://schemas.microsoft.com/office/powerpoint/2010/main" xmlns="" val="1083041219"/>
              </p:ext>
            </p:extLst>
          </p:nvPr>
        </p:nvGraphicFramePr>
        <p:xfrm>
          <a:off x="1276637" y="3228768"/>
          <a:ext cx="7026877" cy="4091940"/>
        </p:xfrm>
        <a:graphic>
          <a:graphicData uri="http://schemas.openxmlformats.org/drawingml/2006/table">
            <a:tbl>
              <a:tblPr firstRow="1" bandRow="1">
                <a:tableStyleId>{5940675A-B579-460E-94D1-54222C63F5DA}</a:tableStyleId>
              </a:tblPr>
              <a:tblGrid>
                <a:gridCol w="5426677">
                  <a:extLst>
                    <a:ext uri="{9D8B030D-6E8A-4147-A177-3AD203B41FA5}">
                      <a16:colId xmlns:a16="http://schemas.microsoft.com/office/drawing/2014/main" xmlns="" val="1386067328"/>
                    </a:ext>
                  </a:extLst>
                </a:gridCol>
                <a:gridCol w="1600200">
                  <a:extLst>
                    <a:ext uri="{9D8B030D-6E8A-4147-A177-3AD203B41FA5}">
                      <a16:colId xmlns:a16="http://schemas.microsoft.com/office/drawing/2014/main" xmlns="" val="267702335"/>
                    </a:ext>
                  </a:extLst>
                </a:gridCol>
              </a:tblGrid>
              <a:tr h="715318">
                <a:tc>
                  <a:txBody>
                    <a:bodyPr/>
                    <a:lstStyle/>
                    <a:p>
                      <a:pPr algn="ctr">
                        <a:lnSpc>
                          <a:spcPct val="150000"/>
                        </a:lnSpc>
                      </a:pPr>
                      <a:r>
                        <a:rPr lang="en-US" sz="3000" b="1" dirty="0">
                          <a:latin typeface="Times New Roman" panose="02020603050405020304" pitchFamily="18" charset="0"/>
                          <a:cs typeface="Times New Roman" panose="02020603050405020304" pitchFamily="18" charset="0"/>
                        </a:rPr>
                        <a:t>Name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50000"/>
                        </a:lnSpc>
                      </a:pPr>
                      <a:r>
                        <a:rPr lang="en-US" sz="3000" b="1" dirty="0">
                          <a:latin typeface="Times New Roman" panose="02020603050405020304" pitchFamily="18" charset="0"/>
                          <a:cs typeface="Times New Roman" panose="02020603050405020304" pitchFamily="18" charset="0"/>
                        </a:rPr>
                        <a:t>Roll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xmlns="" val="499829134"/>
                  </a:ext>
                </a:extLst>
              </a:tr>
              <a:tr h="611804">
                <a:tc>
                  <a:txBody>
                    <a:bodyPr/>
                    <a:lstStyle/>
                    <a:p>
                      <a:pPr algn="just">
                        <a:lnSpc>
                          <a:spcPct val="150000"/>
                        </a:lnSpc>
                      </a:pPr>
                      <a:r>
                        <a:rPr lang="en-US" sz="2500" b="1" dirty="0">
                          <a:latin typeface="Times New Roman" panose="02020603050405020304" pitchFamily="18" charset="0"/>
                          <a:cs typeface="Times New Roman" panose="02020603050405020304" pitchFamily="18" charset="0"/>
                        </a:rPr>
                        <a:t>ABID MOLLA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50000"/>
                        </a:lnSpc>
                      </a:pPr>
                      <a:r>
                        <a:rPr lang="en-US" sz="2500" b="1" dirty="0">
                          <a:latin typeface="Times New Roman" panose="02020603050405020304" pitchFamily="18" charset="0"/>
                          <a:cs typeface="Times New Roman" panose="02020603050405020304" pitchFamily="18" charset="0"/>
                        </a:rPr>
                        <a:t>615651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xmlns="" val="4288557099"/>
                  </a:ext>
                </a:extLst>
              </a:tr>
              <a:tr h="611804">
                <a:tc>
                  <a:txBody>
                    <a:bodyPr/>
                    <a:lstStyle/>
                    <a:p>
                      <a:pPr algn="just">
                        <a:lnSpc>
                          <a:spcPct val="150000"/>
                        </a:lnSpc>
                      </a:pPr>
                      <a:r>
                        <a:rPr lang="en-US" sz="2500" b="1" dirty="0">
                          <a:latin typeface="Times New Roman" panose="02020603050405020304" pitchFamily="18" charset="0"/>
                          <a:cs typeface="Times New Roman" panose="02020603050405020304" pitchFamily="18" charset="0"/>
                        </a:rPr>
                        <a:t>MAHMUDUL HASAN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50000"/>
                        </a:lnSpc>
                      </a:pPr>
                      <a:r>
                        <a:rPr lang="en-US" sz="2500" b="1" dirty="0">
                          <a:latin typeface="Times New Roman" panose="02020603050405020304" pitchFamily="18" charset="0"/>
                          <a:cs typeface="Times New Roman" panose="02020603050405020304" pitchFamily="18" charset="0"/>
                        </a:rPr>
                        <a:t>615654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xmlns="" val="2894937839"/>
                  </a:ext>
                </a:extLst>
              </a:tr>
              <a:tr h="611804">
                <a:tc>
                  <a:txBody>
                    <a:bodyPr/>
                    <a:lstStyle/>
                    <a:p>
                      <a:pPr algn="just">
                        <a:lnSpc>
                          <a:spcPct val="150000"/>
                        </a:lnSpc>
                      </a:pPr>
                      <a:r>
                        <a:rPr lang="en-US" sz="2500" b="1" dirty="0">
                          <a:latin typeface="Times New Roman" panose="02020603050405020304" pitchFamily="18" charset="0"/>
                          <a:cs typeface="Times New Roman" panose="02020603050405020304" pitchFamily="18" charset="0"/>
                        </a:rPr>
                        <a:t>MD. ABDULLAH ALL FARUK</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50000"/>
                        </a:lnSpc>
                      </a:pPr>
                      <a:r>
                        <a:rPr lang="en-US" sz="2500" b="1" dirty="0">
                          <a:latin typeface="Times New Roman" panose="02020603050405020304" pitchFamily="18" charset="0"/>
                          <a:cs typeface="Times New Roman" panose="02020603050405020304" pitchFamily="18" charset="0"/>
                        </a:rPr>
                        <a:t>615664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xmlns="" val="1726636013"/>
                  </a:ext>
                </a:extLst>
              </a:tr>
              <a:tr h="611804">
                <a:tc>
                  <a:txBody>
                    <a:bodyPr/>
                    <a:lstStyle/>
                    <a:p>
                      <a:pPr algn="just">
                        <a:lnSpc>
                          <a:spcPct val="150000"/>
                        </a:lnSpc>
                      </a:pPr>
                      <a:r>
                        <a:rPr lang="en-US" sz="2500" b="1" dirty="0">
                          <a:latin typeface="Times New Roman" panose="02020603050405020304" pitchFamily="18" charset="0"/>
                          <a:cs typeface="Times New Roman" panose="02020603050405020304" pitchFamily="18" charset="0"/>
                        </a:rPr>
                        <a:t>KHADIZA AKTER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50000"/>
                        </a:lnSpc>
                      </a:pPr>
                      <a:r>
                        <a:rPr lang="en-US" sz="2500" b="1" dirty="0">
                          <a:latin typeface="Times New Roman" panose="02020603050405020304" pitchFamily="18" charset="0"/>
                          <a:cs typeface="Times New Roman" panose="02020603050405020304" pitchFamily="18" charset="0"/>
                        </a:rPr>
                        <a:t>615678</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xmlns="" val="3173629014"/>
                  </a:ext>
                </a:extLst>
              </a:tr>
              <a:tr h="611804">
                <a:tc>
                  <a:txBody>
                    <a:bodyPr/>
                    <a:lstStyle/>
                    <a:p>
                      <a:pPr algn="just">
                        <a:lnSpc>
                          <a:spcPct val="150000"/>
                        </a:lnSpc>
                      </a:pPr>
                      <a:r>
                        <a:rPr lang="en-US" sz="2500" b="1" dirty="0">
                          <a:latin typeface="Times New Roman" panose="02020603050405020304" pitchFamily="18" charset="0"/>
                          <a:cs typeface="Times New Roman" panose="02020603050405020304" pitchFamily="18" charset="0"/>
                        </a:rPr>
                        <a:t>ROMAN HOSSAIN BIJOY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50000"/>
                        </a:lnSpc>
                      </a:pPr>
                      <a:r>
                        <a:rPr lang="en-US" sz="2500" b="1" dirty="0">
                          <a:latin typeface="Times New Roman" panose="02020603050405020304" pitchFamily="18" charset="0"/>
                          <a:cs typeface="Times New Roman" panose="02020603050405020304" pitchFamily="18" charset="0"/>
                        </a:rPr>
                        <a:t>615680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xmlns="" val="3443208239"/>
                  </a:ext>
                </a:extLst>
              </a:tr>
            </a:tbl>
          </a:graphicData>
        </a:graphic>
      </p:graphicFrame>
      <p:graphicFrame>
        <p:nvGraphicFramePr>
          <p:cNvPr id="26" name="Table 25">
            <a:extLst>
              <a:ext uri="{FF2B5EF4-FFF2-40B4-BE49-F238E27FC236}">
                <a16:creationId xmlns:a16="http://schemas.microsoft.com/office/drawing/2014/main" xmlns="" id="{EA4A7298-CDD2-DC6C-B917-EA7FA1D74C58}"/>
              </a:ext>
            </a:extLst>
          </p:cNvPr>
          <p:cNvGraphicFramePr>
            <a:graphicFrameLocks noGrp="1"/>
          </p:cNvGraphicFramePr>
          <p:nvPr>
            <p:extLst>
              <p:ext uri="{D42A27DB-BD31-4B8C-83A1-F6EECF244321}">
                <p14:modId xmlns:p14="http://schemas.microsoft.com/office/powerpoint/2010/main" xmlns="" val="686647425"/>
              </p:ext>
            </p:extLst>
          </p:nvPr>
        </p:nvGraphicFramePr>
        <p:xfrm>
          <a:off x="9262063" y="3228768"/>
          <a:ext cx="7026877" cy="4091940"/>
        </p:xfrm>
        <a:graphic>
          <a:graphicData uri="http://schemas.openxmlformats.org/drawingml/2006/table">
            <a:tbl>
              <a:tblPr firstRow="1" bandRow="1">
                <a:tableStyleId>{5940675A-B579-460E-94D1-54222C63F5DA}</a:tableStyleId>
              </a:tblPr>
              <a:tblGrid>
                <a:gridCol w="5426677">
                  <a:extLst>
                    <a:ext uri="{9D8B030D-6E8A-4147-A177-3AD203B41FA5}">
                      <a16:colId xmlns:a16="http://schemas.microsoft.com/office/drawing/2014/main" xmlns="" val="1386067328"/>
                    </a:ext>
                  </a:extLst>
                </a:gridCol>
                <a:gridCol w="1600200">
                  <a:extLst>
                    <a:ext uri="{9D8B030D-6E8A-4147-A177-3AD203B41FA5}">
                      <a16:colId xmlns:a16="http://schemas.microsoft.com/office/drawing/2014/main" xmlns="" val="267702335"/>
                    </a:ext>
                  </a:extLst>
                </a:gridCol>
              </a:tblGrid>
              <a:tr h="715318">
                <a:tc>
                  <a:txBody>
                    <a:bodyPr/>
                    <a:lstStyle/>
                    <a:p>
                      <a:pPr algn="ctr">
                        <a:lnSpc>
                          <a:spcPct val="150000"/>
                        </a:lnSpc>
                      </a:pPr>
                      <a:r>
                        <a:rPr lang="en-US" sz="3000" b="1" dirty="0">
                          <a:latin typeface="Times New Roman" panose="02020603050405020304" pitchFamily="18" charset="0"/>
                          <a:cs typeface="Times New Roman" panose="02020603050405020304" pitchFamily="18" charset="0"/>
                        </a:rPr>
                        <a:t>Name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50000"/>
                        </a:lnSpc>
                      </a:pPr>
                      <a:r>
                        <a:rPr lang="en-US" sz="3000" b="1" dirty="0">
                          <a:latin typeface="Times New Roman" panose="02020603050405020304" pitchFamily="18" charset="0"/>
                          <a:cs typeface="Times New Roman" panose="02020603050405020304" pitchFamily="18" charset="0"/>
                        </a:rPr>
                        <a:t>Roll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xmlns="" val="499829134"/>
                  </a:ext>
                </a:extLst>
              </a:tr>
              <a:tr h="611804">
                <a:tc>
                  <a:txBody>
                    <a:bodyPr/>
                    <a:lstStyle/>
                    <a:p>
                      <a:pPr algn="just">
                        <a:lnSpc>
                          <a:spcPct val="150000"/>
                        </a:lnSpc>
                      </a:pPr>
                      <a:r>
                        <a:rPr lang="en-US" sz="2500" b="1" dirty="0">
                          <a:latin typeface="Times New Roman" panose="02020603050405020304" pitchFamily="18" charset="0"/>
                          <a:cs typeface="Times New Roman" panose="02020603050405020304" pitchFamily="18" charset="0"/>
                        </a:rPr>
                        <a:t>MD. ROBIUL ISLAM</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50000"/>
                        </a:lnSpc>
                      </a:pPr>
                      <a:r>
                        <a:rPr lang="en-US" sz="2500" b="1" dirty="0">
                          <a:latin typeface="Times New Roman" panose="02020603050405020304" pitchFamily="18" charset="0"/>
                          <a:cs typeface="Times New Roman" panose="02020603050405020304" pitchFamily="18" charset="0"/>
                        </a:rPr>
                        <a:t>615684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xmlns="" val="4288557099"/>
                  </a:ext>
                </a:extLst>
              </a:tr>
              <a:tr h="611804">
                <a:tc>
                  <a:txBody>
                    <a:bodyPr/>
                    <a:lstStyle/>
                    <a:p>
                      <a:pPr algn="just">
                        <a:lnSpc>
                          <a:spcPct val="150000"/>
                        </a:lnSpc>
                      </a:pPr>
                      <a:r>
                        <a:rPr lang="en-US" sz="2500" b="1" dirty="0">
                          <a:latin typeface="Times New Roman" panose="02020603050405020304" pitchFamily="18" charset="0"/>
                          <a:cs typeface="Times New Roman" panose="02020603050405020304" pitchFamily="18" charset="0"/>
                        </a:rPr>
                        <a:t>MST. MUBASHIRA ZAMAN DUTHI</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50000"/>
                        </a:lnSpc>
                      </a:pPr>
                      <a:r>
                        <a:rPr lang="en-US" sz="2500" b="1" dirty="0">
                          <a:latin typeface="Times New Roman" panose="02020603050405020304" pitchFamily="18" charset="0"/>
                          <a:cs typeface="Times New Roman" panose="02020603050405020304" pitchFamily="18" charset="0"/>
                        </a:rPr>
                        <a:t>615689</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xmlns="" val="2894937839"/>
                  </a:ext>
                </a:extLst>
              </a:tr>
              <a:tr h="611804">
                <a:tc>
                  <a:txBody>
                    <a:bodyPr/>
                    <a:lstStyle/>
                    <a:p>
                      <a:pPr algn="just">
                        <a:lnSpc>
                          <a:spcPct val="150000"/>
                        </a:lnSpc>
                      </a:pPr>
                      <a:r>
                        <a:rPr lang="en-US" sz="2500" b="1" dirty="0">
                          <a:latin typeface="Times New Roman" panose="02020603050405020304" pitchFamily="18" charset="0"/>
                          <a:cs typeface="Times New Roman" panose="02020603050405020304" pitchFamily="18" charset="0"/>
                        </a:rPr>
                        <a:t>MD. SAKIN HASAN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50000"/>
                        </a:lnSpc>
                      </a:pPr>
                      <a:r>
                        <a:rPr lang="en-US" sz="2500" b="1" dirty="0">
                          <a:latin typeface="Times New Roman" panose="02020603050405020304" pitchFamily="18" charset="0"/>
                          <a:cs typeface="Times New Roman" panose="02020603050405020304" pitchFamily="18" charset="0"/>
                        </a:rPr>
                        <a:t>615693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xmlns="" val="1726636013"/>
                  </a:ext>
                </a:extLst>
              </a:tr>
              <a:tr h="611804">
                <a:tc>
                  <a:txBody>
                    <a:bodyPr/>
                    <a:lstStyle/>
                    <a:p>
                      <a:pPr algn="just">
                        <a:lnSpc>
                          <a:spcPct val="150000"/>
                        </a:lnSpc>
                      </a:pPr>
                      <a:r>
                        <a:rPr lang="en-US" sz="2500" b="1" dirty="0">
                          <a:latin typeface="Times New Roman" panose="02020603050405020304" pitchFamily="18" charset="0"/>
                          <a:cs typeface="Times New Roman" panose="02020603050405020304" pitchFamily="18" charset="0"/>
                        </a:rPr>
                        <a:t>AHSAN HABIB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50000"/>
                        </a:lnSpc>
                      </a:pPr>
                      <a:r>
                        <a:rPr lang="en-US" sz="2500" b="1" dirty="0">
                          <a:latin typeface="Times New Roman" panose="02020603050405020304" pitchFamily="18" charset="0"/>
                          <a:cs typeface="Times New Roman" panose="02020603050405020304" pitchFamily="18" charset="0"/>
                        </a:rPr>
                        <a:t>644780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xmlns="" val="3173629014"/>
                  </a:ext>
                </a:extLst>
              </a:tr>
              <a:tr h="611804">
                <a:tc>
                  <a:txBody>
                    <a:bodyPr/>
                    <a:lstStyle/>
                    <a:p>
                      <a:pPr algn="just">
                        <a:lnSpc>
                          <a:spcPct val="150000"/>
                        </a:lnSpc>
                      </a:pPr>
                      <a:r>
                        <a:rPr lang="en-US" sz="2500" b="1" dirty="0">
                          <a:latin typeface="Times New Roman" panose="02020603050405020304" pitchFamily="18" charset="0"/>
                          <a:cs typeface="Times New Roman" panose="02020603050405020304" pitchFamily="18" charset="0"/>
                        </a:rPr>
                        <a:t>MD. RIYAD HASAN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lnSpc>
                          <a:spcPct val="150000"/>
                        </a:lnSpc>
                      </a:pPr>
                      <a:r>
                        <a:rPr lang="en-US" sz="2500" b="1" dirty="0">
                          <a:latin typeface="Times New Roman" panose="02020603050405020304" pitchFamily="18" charset="0"/>
                          <a:cs typeface="Times New Roman" panose="02020603050405020304" pitchFamily="18" charset="0"/>
                        </a:rPr>
                        <a:t>670678</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xmlns="" val="3443208239"/>
                  </a:ext>
                </a:extLst>
              </a:tr>
            </a:tbl>
          </a:graphicData>
        </a:graphic>
      </p:graphicFrame>
      <p:sp>
        <p:nvSpPr>
          <p:cNvPr id="27" name="Date Placeholder 17">
            <a:extLst>
              <a:ext uri="{FF2B5EF4-FFF2-40B4-BE49-F238E27FC236}">
                <a16:creationId xmlns:a16="http://schemas.microsoft.com/office/drawing/2014/main" xmlns="" id="{C902B2F3-F944-ACAE-A44D-2FAFEE3A7E24}"/>
              </a:ext>
            </a:extLst>
          </p:cNvPr>
          <p:cNvSpPr>
            <a:spLocks noGrp="1"/>
          </p:cNvSpPr>
          <p:nvPr>
            <p:ph type="dt" sz="half" idx="10"/>
          </p:nvPr>
        </p:nvSpPr>
        <p:spPr>
          <a:xfrm>
            <a:off x="12115800" y="9633885"/>
            <a:ext cx="2914650" cy="365125"/>
          </a:xfrm>
        </p:spPr>
        <p:txBody>
          <a:bodyPr/>
          <a:lstStyle/>
          <a:p>
            <a:fld id="{ABF22844-196D-4EFA-A506-38085BB37A3A}" type="datetime2">
              <a:rPr lang="en-US" sz="1600" b="1" smtClean="0">
                <a:solidFill>
                  <a:schemeClr val="tx1"/>
                </a:solidFill>
                <a:latin typeface="Times New Roman" panose="02020603050405020304" pitchFamily="18" charset="0"/>
                <a:cs typeface="Times New Roman" panose="02020603050405020304" pitchFamily="18" charset="0"/>
              </a:rPr>
              <a:pPr/>
              <a:t>Sunday, December 28, 2025</a:t>
            </a:fld>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1721213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Freeform 2"/>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flipH="1" flipV="1">
            <a:off x="-819150" y="-1605811"/>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7" name="Freeform 7"/>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8" name="Freeform 8"/>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9" name="Freeform 9"/>
          <p:cNvSpPr/>
          <p:nvPr/>
        </p:nvSpPr>
        <p:spPr>
          <a:xfrm>
            <a:off x="604698" y="650011"/>
            <a:ext cx="2690952" cy="1345476"/>
          </a:xfrm>
          <a:custGeom>
            <a:avLst/>
            <a:gdLst/>
            <a:ahLst/>
            <a:cxnLst/>
            <a:rect l="l" t="t" r="r" b="b"/>
            <a:pathLst>
              <a:path w="2690952" h="1345476">
                <a:moveTo>
                  <a:pt x="0" y="0"/>
                </a:moveTo>
                <a:lnTo>
                  <a:pt x="2690952" y="0"/>
                </a:lnTo>
                <a:lnTo>
                  <a:pt x="2690952" y="1345476"/>
                </a:lnTo>
                <a:lnTo>
                  <a:pt x="0" y="1345476"/>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11" name="object 7">
            <a:extLst>
              <a:ext uri="{FF2B5EF4-FFF2-40B4-BE49-F238E27FC236}">
                <a16:creationId xmlns:a16="http://schemas.microsoft.com/office/drawing/2014/main" xmlns="" id="{9E91E40D-5942-CEB1-B6E9-BF83055755F8}"/>
              </a:ext>
            </a:extLst>
          </p:cNvPr>
          <p:cNvSpPr txBox="1"/>
          <p:nvPr/>
        </p:nvSpPr>
        <p:spPr>
          <a:xfrm>
            <a:off x="3702112" y="1909752"/>
            <a:ext cx="5257800" cy="6964086"/>
          </a:xfrm>
          <a:prstGeom prst="rect">
            <a:avLst/>
          </a:prstGeom>
        </p:spPr>
        <p:txBody>
          <a:bodyPr vert="horz" wrap="square" lIns="0" tIns="15430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69265" indent="-457200">
              <a:lnSpc>
                <a:spcPct val="150000"/>
              </a:lnSpc>
              <a:spcBef>
                <a:spcPts val="1215"/>
              </a:spcBef>
              <a:buClr>
                <a:srgbClr val="00B050"/>
              </a:buClr>
              <a:buSzPct val="96000"/>
              <a:buFont typeface="Wingdings" panose="05000000000000000000" pitchFamily="2" charset="2"/>
              <a:buChar char="v"/>
              <a:tabLst>
                <a:tab pos="285115" algn="l"/>
              </a:tabLst>
            </a:pPr>
            <a:r>
              <a:rPr sz="3200" b="1" spc="-5" dirty="0">
                <a:latin typeface="Times New Roman" panose="02020603050405020304"/>
                <a:cs typeface="Times New Roman" panose="02020603050405020304"/>
              </a:rPr>
              <a:t>Introduction</a:t>
            </a:r>
            <a:endParaRPr sz="3200" dirty="0">
              <a:latin typeface="Times New Roman" panose="02020603050405020304"/>
              <a:cs typeface="Times New Roman" panose="02020603050405020304"/>
            </a:endParaRPr>
          </a:p>
          <a:p>
            <a:pPr marL="469265" indent="-457200">
              <a:lnSpc>
                <a:spcPct val="150000"/>
              </a:lnSpc>
              <a:spcBef>
                <a:spcPts val="1115"/>
              </a:spcBef>
              <a:buClr>
                <a:srgbClr val="00B050"/>
              </a:buClr>
              <a:buSzPct val="96000"/>
              <a:buFont typeface="Wingdings" panose="05000000000000000000" pitchFamily="2" charset="2"/>
              <a:buChar char="v"/>
              <a:tabLst>
                <a:tab pos="285115" algn="l"/>
              </a:tabLst>
            </a:pPr>
            <a:r>
              <a:rPr sz="3200" b="1" dirty="0">
                <a:latin typeface="Times New Roman" panose="02020603050405020304"/>
                <a:cs typeface="Times New Roman" panose="02020603050405020304"/>
              </a:rPr>
              <a:t>Objective</a:t>
            </a:r>
            <a:endParaRPr lang="en-US" sz="3200" b="1" dirty="0">
              <a:latin typeface="Times New Roman" panose="02020603050405020304"/>
              <a:cs typeface="Times New Roman" panose="02020603050405020304"/>
            </a:endParaRPr>
          </a:p>
          <a:p>
            <a:pPr marL="469265" indent="-457200">
              <a:lnSpc>
                <a:spcPct val="150000"/>
              </a:lnSpc>
              <a:spcBef>
                <a:spcPts val="1115"/>
              </a:spcBef>
              <a:buClr>
                <a:srgbClr val="00B050"/>
              </a:buClr>
              <a:buSzPct val="96000"/>
              <a:buFont typeface="Wingdings" panose="05000000000000000000" pitchFamily="2" charset="2"/>
              <a:buChar char="v"/>
              <a:tabLst>
                <a:tab pos="285115" algn="l"/>
              </a:tabLst>
            </a:pPr>
            <a:r>
              <a:rPr lang="en-US" sz="3200" b="1" dirty="0">
                <a:latin typeface="Times New Roman" panose="02020603050405020304"/>
                <a:cs typeface="Times New Roman" panose="02020603050405020304"/>
              </a:rPr>
              <a:t>Methodology</a:t>
            </a:r>
          </a:p>
          <a:p>
            <a:pPr marL="469265" indent="-457200">
              <a:lnSpc>
                <a:spcPct val="150000"/>
              </a:lnSpc>
              <a:spcBef>
                <a:spcPts val="1105"/>
              </a:spcBef>
              <a:buClr>
                <a:srgbClr val="00B050"/>
              </a:buClr>
              <a:buSzPct val="96000"/>
              <a:buFont typeface="Wingdings" panose="05000000000000000000" pitchFamily="2" charset="2"/>
              <a:buChar char="v"/>
              <a:tabLst>
                <a:tab pos="285115" algn="l"/>
              </a:tabLst>
            </a:pPr>
            <a:r>
              <a:rPr sz="3200" b="1" spc="-10" dirty="0">
                <a:latin typeface="Times New Roman" panose="02020603050405020304"/>
                <a:cs typeface="Times New Roman" panose="02020603050405020304"/>
              </a:rPr>
              <a:t>Hardware</a:t>
            </a:r>
            <a:r>
              <a:rPr sz="3200" b="1" spc="-35" dirty="0">
                <a:latin typeface="Times New Roman" panose="02020603050405020304"/>
                <a:cs typeface="Times New Roman" panose="02020603050405020304"/>
              </a:rPr>
              <a:t> </a:t>
            </a:r>
            <a:r>
              <a:rPr sz="3200" b="1" spc="-5" dirty="0">
                <a:latin typeface="Times New Roman" panose="02020603050405020304"/>
                <a:cs typeface="Times New Roman" panose="02020603050405020304"/>
              </a:rPr>
              <a:t>Components</a:t>
            </a:r>
            <a:endParaRPr sz="3200" dirty="0">
              <a:latin typeface="Times New Roman" panose="02020603050405020304"/>
              <a:cs typeface="Times New Roman" panose="02020603050405020304"/>
            </a:endParaRPr>
          </a:p>
          <a:p>
            <a:pPr marL="469265" indent="-457200">
              <a:lnSpc>
                <a:spcPct val="150000"/>
              </a:lnSpc>
              <a:spcBef>
                <a:spcPts val="1115"/>
              </a:spcBef>
              <a:buClr>
                <a:srgbClr val="00B050"/>
              </a:buClr>
              <a:buSzPct val="96000"/>
              <a:buFont typeface="Wingdings" panose="05000000000000000000" pitchFamily="2" charset="2"/>
              <a:buChar char="v"/>
              <a:tabLst>
                <a:tab pos="285115" algn="l"/>
              </a:tabLst>
            </a:pPr>
            <a:r>
              <a:rPr lang="en-US" sz="3200" b="1" spc="-10" dirty="0" err="1">
                <a:latin typeface="Times New Roman" panose="02020603050405020304"/>
                <a:cs typeface="Times New Roman" panose="02020603050405020304"/>
              </a:rPr>
              <a:t>NodeMCU</a:t>
            </a:r>
            <a:endParaRPr lang="en-US" sz="3200" b="1" spc="-10" dirty="0">
              <a:latin typeface="Times New Roman" panose="02020603050405020304"/>
              <a:cs typeface="Times New Roman" panose="02020603050405020304"/>
            </a:endParaRPr>
          </a:p>
          <a:p>
            <a:pPr marL="469265" indent="-457200">
              <a:lnSpc>
                <a:spcPct val="150000"/>
              </a:lnSpc>
              <a:spcBef>
                <a:spcPts val="1115"/>
              </a:spcBef>
              <a:buClr>
                <a:srgbClr val="00B050"/>
              </a:buClr>
              <a:buSzPct val="96000"/>
              <a:buFont typeface="Wingdings" panose="05000000000000000000" pitchFamily="2" charset="2"/>
              <a:buChar char="v"/>
              <a:tabLst>
                <a:tab pos="285115" algn="l"/>
              </a:tabLst>
            </a:pPr>
            <a:r>
              <a:rPr lang="en-US" sz="3200" b="1" spc="-10" dirty="0">
                <a:latin typeface="Times New Roman" panose="02020603050405020304"/>
                <a:cs typeface="Times New Roman" panose="02020603050405020304"/>
              </a:rPr>
              <a:t>ATMEGA 328p</a:t>
            </a:r>
          </a:p>
          <a:p>
            <a:pPr marL="469265" indent="-457200">
              <a:lnSpc>
                <a:spcPct val="150000"/>
              </a:lnSpc>
              <a:spcBef>
                <a:spcPts val="1115"/>
              </a:spcBef>
              <a:buClr>
                <a:srgbClr val="00B050"/>
              </a:buClr>
              <a:buSzPct val="96000"/>
              <a:buFont typeface="Wingdings" panose="05000000000000000000" pitchFamily="2" charset="2"/>
              <a:buChar char="v"/>
              <a:tabLst>
                <a:tab pos="285115" algn="l"/>
              </a:tabLst>
            </a:pPr>
            <a:r>
              <a:rPr lang="en-US" sz="3200" b="1" spc="-10" dirty="0">
                <a:latin typeface="Times New Roman" panose="02020603050405020304"/>
                <a:cs typeface="Times New Roman" panose="02020603050405020304"/>
              </a:rPr>
              <a:t>Servo Motor</a:t>
            </a:r>
          </a:p>
          <a:p>
            <a:pPr marL="469265" indent="-457200">
              <a:lnSpc>
                <a:spcPct val="150000"/>
              </a:lnSpc>
              <a:spcBef>
                <a:spcPts val="1115"/>
              </a:spcBef>
              <a:buClr>
                <a:srgbClr val="00B050"/>
              </a:buClr>
              <a:buSzPct val="96000"/>
              <a:buFont typeface="Wingdings" panose="05000000000000000000" pitchFamily="2" charset="2"/>
              <a:buChar char="v"/>
              <a:tabLst>
                <a:tab pos="285115" algn="l"/>
              </a:tabLst>
            </a:pPr>
            <a:r>
              <a:rPr lang="en-US" sz="3200" b="1" spc="-10" dirty="0">
                <a:latin typeface="Times New Roman" panose="02020603050405020304"/>
                <a:cs typeface="Times New Roman" panose="02020603050405020304"/>
              </a:rPr>
              <a:t>NRF24L01</a:t>
            </a:r>
          </a:p>
        </p:txBody>
      </p:sp>
      <p:sp>
        <p:nvSpPr>
          <p:cNvPr id="12" name="object 12">
            <a:extLst>
              <a:ext uri="{FF2B5EF4-FFF2-40B4-BE49-F238E27FC236}">
                <a16:creationId xmlns:a16="http://schemas.microsoft.com/office/drawing/2014/main" xmlns="" id="{148F5034-0FF5-905C-CD62-96018346707E}"/>
              </a:ext>
            </a:extLst>
          </p:cNvPr>
          <p:cNvSpPr txBox="1"/>
          <p:nvPr/>
        </p:nvSpPr>
        <p:spPr>
          <a:xfrm>
            <a:off x="10549100" y="1876404"/>
            <a:ext cx="6672100" cy="6135654"/>
          </a:xfrm>
          <a:prstGeom prst="rect">
            <a:avLst/>
          </a:prstGeom>
        </p:spPr>
        <p:txBody>
          <a:bodyPr vert="horz" wrap="square" lIns="0" tIns="15430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69265" indent="-457200">
              <a:lnSpc>
                <a:spcPct val="150000"/>
              </a:lnSpc>
              <a:spcBef>
                <a:spcPts val="1215"/>
              </a:spcBef>
              <a:buClr>
                <a:srgbClr val="00B050"/>
              </a:buClr>
              <a:buSzPct val="96000"/>
              <a:buFont typeface="Wingdings" panose="05000000000000000000" pitchFamily="2" charset="2"/>
              <a:buChar char="v"/>
              <a:tabLst>
                <a:tab pos="285115" algn="l"/>
              </a:tabLst>
            </a:pPr>
            <a:r>
              <a:rPr lang="en-US" sz="3200" b="1" spc="-10" dirty="0">
                <a:latin typeface="Times New Roman" panose="02020603050405020304"/>
                <a:cs typeface="Times New Roman" panose="02020603050405020304"/>
              </a:rPr>
              <a:t>Circuit Diagram</a:t>
            </a:r>
          </a:p>
          <a:p>
            <a:pPr marL="469265" indent="-457200">
              <a:lnSpc>
                <a:spcPct val="150000"/>
              </a:lnSpc>
              <a:spcBef>
                <a:spcPts val="1215"/>
              </a:spcBef>
              <a:buClr>
                <a:srgbClr val="00B050"/>
              </a:buClr>
              <a:buSzPct val="96000"/>
              <a:buFont typeface="Wingdings" panose="05000000000000000000" pitchFamily="2" charset="2"/>
              <a:buChar char="v"/>
              <a:tabLst>
                <a:tab pos="285115" algn="l"/>
              </a:tabLst>
            </a:pPr>
            <a:r>
              <a:rPr lang="en-US" sz="3200" b="1" spc="-10" dirty="0">
                <a:latin typeface="Times New Roman" panose="02020603050405020304"/>
                <a:cs typeface="Times New Roman" panose="02020603050405020304"/>
              </a:rPr>
              <a:t>Application</a:t>
            </a:r>
            <a:endParaRPr lang="en-US" sz="3200" b="1" spc="-5" dirty="0">
              <a:latin typeface="Times New Roman" panose="02020603050405020304"/>
              <a:cs typeface="Times New Roman" panose="02020603050405020304"/>
            </a:endParaRPr>
          </a:p>
          <a:p>
            <a:pPr marL="469265" indent="-457200">
              <a:lnSpc>
                <a:spcPct val="150000"/>
              </a:lnSpc>
              <a:spcBef>
                <a:spcPts val="1215"/>
              </a:spcBef>
              <a:buClr>
                <a:srgbClr val="00B050"/>
              </a:buClr>
              <a:buSzPct val="96000"/>
              <a:buFont typeface="Wingdings" panose="05000000000000000000" pitchFamily="2" charset="2"/>
              <a:buChar char="v"/>
              <a:tabLst>
                <a:tab pos="285115" algn="l"/>
              </a:tabLst>
            </a:pPr>
            <a:r>
              <a:rPr sz="3200" b="1" spc="-5" dirty="0">
                <a:latin typeface="Times New Roman" panose="02020603050405020304"/>
                <a:cs typeface="Times New Roman" panose="02020603050405020304"/>
              </a:rPr>
              <a:t>Advantages</a:t>
            </a:r>
            <a:endParaRPr lang="en-US" sz="3200" b="1" spc="-5" dirty="0">
              <a:latin typeface="Times New Roman" panose="02020603050405020304"/>
              <a:cs typeface="Times New Roman" panose="02020603050405020304"/>
            </a:endParaRPr>
          </a:p>
          <a:p>
            <a:pPr marL="469265" indent="-457200">
              <a:lnSpc>
                <a:spcPct val="150000"/>
              </a:lnSpc>
              <a:spcBef>
                <a:spcPts val="1215"/>
              </a:spcBef>
              <a:buClr>
                <a:srgbClr val="00B050"/>
              </a:buClr>
              <a:buSzPct val="96000"/>
              <a:buFont typeface="Wingdings" panose="05000000000000000000" pitchFamily="2" charset="2"/>
              <a:buChar char="v"/>
              <a:tabLst>
                <a:tab pos="285115" algn="l"/>
              </a:tabLst>
            </a:pPr>
            <a:r>
              <a:rPr lang="en-US" sz="3200" b="1" spc="-5" dirty="0">
                <a:latin typeface="Times New Roman" panose="02020603050405020304"/>
                <a:cs typeface="Times New Roman" panose="02020603050405020304"/>
              </a:rPr>
              <a:t>Features of the System</a:t>
            </a:r>
          </a:p>
          <a:p>
            <a:pPr marL="469265" indent="-457200">
              <a:lnSpc>
                <a:spcPct val="150000"/>
              </a:lnSpc>
              <a:spcBef>
                <a:spcPts val="1215"/>
              </a:spcBef>
              <a:buClr>
                <a:srgbClr val="00B050"/>
              </a:buClr>
              <a:buSzPct val="96000"/>
              <a:buFont typeface="Wingdings" panose="05000000000000000000" pitchFamily="2" charset="2"/>
              <a:buChar char="v"/>
              <a:tabLst>
                <a:tab pos="285115" algn="l"/>
              </a:tabLst>
            </a:pPr>
            <a:r>
              <a:rPr lang="en-US" sz="3200" b="1" spc="-5" dirty="0">
                <a:latin typeface="Times New Roman" panose="02020603050405020304"/>
                <a:cs typeface="Times New Roman" panose="02020603050405020304"/>
              </a:rPr>
              <a:t>Limitation</a:t>
            </a:r>
            <a:endParaRPr sz="3200" dirty="0">
              <a:latin typeface="Times New Roman" panose="02020603050405020304"/>
              <a:cs typeface="Times New Roman" panose="02020603050405020304"/>
            </a:endParaRPr>
          </a:p>
          <a:p>
            <a:pPr marL="469265" indent="-457200">
              <a:lnSpc>
                <a:spcPct val="150000"/>
              </a:lnSpc>
              <a:spcBef>
                <a:spcPts val="1115"/>
              </a:spcBef>
              <a:buClr>
                <a:srgbClr val="00B050"/>
              </a:buClr>
              <a:buSzPct val="96000"/>
              <a:buFont typeface="Wingdings" panose="05000000000000000000" pitchFamily="2" charset="2"/>
              <a:buChar char="v"/>
              <a:tabLst>
                <a:tab pos="285115" algn="l"/>
              </a:tabLst>
            </a:pPr>
            <a:r>
              <a:rPr sz="3200" b="1" spc="-10" dirty="0">
                <a:latin typeface="Times New Roman" panose="02020603050405020304"/>
                <a:cs typeface="Times New Roman" panose="02020603050405020304"/>
              </a:rPr>
              <a:t>Future</a:t>
            </a:r>
            <a:r>
              <a:rPr sz="3200" b="1" spc="5" dirty="0">
                <a:latin typeface="Times New Roman" panose="02020603050405020304"/>
                <a:cs typeface="Times New Roman" panose="02020603050405020304"/>
              </a:rPr>
              <a:t> </a:t>
            </a:r>
            <a:r>
              <a:rPr sz="3200" b="1" spc="-5" dirty="0">
                <a:latin typeface="Times New Roman" panose="02020603050405020304"/>
                <a:cs typeface="Times New Roman" panose="02020603050405020304"/>
              </a:rPr>
              <a:t>Scopes</a:t>
            </a:r>
            <a:endParaRPr lang="en-US" sz="3200" b="1" spc="-5" dirty="0">
              <a:latin typeface="Times New Roman" panose="02020603050405020304"/>
              <a:cs typeface="Times New Roman" panose="02020603050405020304"/>
            </a:endParaRPr>
          </a:p>
          <a:p>
            <a:pPr marL="469265" indent="-457200">
              <a:lnSpc>
                <a:spcPct val="150000"/>
              </a:lnSpc>
              <a:spcBef>
                <a:spcPts val="1115"/>
              </a:spcBef>
              <a:buClr>
                <a:srgbClr val="00B050"/>
              </a:buClr>
              <a:buSzPct val="96000"/>
              <a:buFont typeface="Wingdings" panose="05000000000000000000" pitchFamily="2" charset="2"/>
              <a:buChar char="v"/>
              <a:tabLst>
                <a:tab pos="285115" algn="l"/>
              </a:tabLst>
            </a:pPr>
            <a:r>
              <a:rPr lang="en-US" sz="3200" b="1" spc="-5" dirty="0">
                <a:latin typeface="Times New Roman" panose="02020603050405020304"/>
                <a:cs typeface="Times New Roman" panose="02020603050405020304"/>
              </a:rPr>
              <a:t>Conclusion</a:t>
            </a:r>
            <a:endParaRPr sz="3200" dirty="0">
              <a:latin typeface="Times New Roman" panose="02020603050405020304"/>
              <a:cs typeface="Times New Roman" panose="02020603050405020304"/>
            </a:endParaRPr>
          </a:p>
        </p:txBody>
      </p:sp>
      <p:sp>
        <p:nvSpPr>
          <p:cNvPr id="13" name="TextBox 5">
            <a:extLst>
              <a:ext uri="{FF2B5EF4-FFF2-40B4-BE49-F238E27FC236}">
                <a16:creationId xmlns:a16="http://schemas.microsoft.com/office/drawing/2014/main" xmlns="" id="{0CB295F6-4197-DD6F-F96E-F2069995CF50}"/>
              </a:ext>
            </a:extLst>
          </p:cNvPr>
          <p:cNvSpPr txBox="1"/>
          <p:nvPr/>
        </p:nvSpPr>
        <p:spPr>
          <a:xfrm>
            <a:off x="3429000" y="650011"/>
            <a:ext cx="11772900" cy="1641475"/>
          </a:xfrm>
          <a:prstGeom prst="rect">
            <a:avLst/>
          </a:prstGeom>
        </p:spPr>
        <p:txBody>
          <a:bodyPr wrap="square" lIns="0" tIns="0" rIns="0" bIns="0" rtlCol="0" anchor="t">
            <a:spAutoFit/>
          </a:bodyPr>
          <a:lstStyle/>
          <a:p>
            <a:pPr algn="ctr">
              <a:lnSpc>
                <a:spcPts val="12780"/>
              </a:lnSpc>
            </a:pPr>
            <a:r>
              <a:rPr lang="en-US" sz="9129" b="1" dirty="0">
                <a:solidFill>
                  <a:srgbClr val="0166C2"/>
                </a:solidFill>
                <a:latin typeface="Luktao Bold"/>
                <a:ea typeface="Luktao Bold"/>
                <a:cs typeface="Luktao Bold"/>
                <a:sym typeface="Luktao Bold"/>
              </a:rPr>
              <a:t>Presentation	 Outline</a:t>
            </a:r>
          </a:p>
        </p:txBody>
      </p:sp>
      <p:sp>
        <p:nvSpPr>
          <p:cNvPr id="16" name="Plaque 15">
            <a:extLst>
              <a:ext uri="{FF2B5EF4-FFF2-40B4-BE49-F238E27FC236}">
                <a16:creationId xmlns:a16="http://schemas.microsoft.com/office/drawing/2014/main" xmlns="" id="{F0700DC3-64F2-6A1E-1B3E-9CA5DA4D5C1B}"/>
              </a:ext>
            </a:extLst>
          </p:cNvPr>
          <p:cNvSpPr/>
          <p:nvPr/>
        </p:nvSpPr>
        <p:spPr>
          <a:xfrm>
            <a:off x="16471722" y="8725695"/>
            <a:ext cx="1219200" cy="1161202"/>
          </a:xfrm>
          <a:prstGeom prst="plaque">
            <a:avLst/>
          </a:prstGeom>
          <a:solidFill>
            <a:srgbClr val="CCFF99"/>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5400" b="1" dirty="0">
                <a:latin typeface="Times New Roman" panose="02020603050405020304" pitchFamily="18" charset="0"/>
                <a:cs typeface="Times New Roman" panose="02020603050405020304" pitchFamily="18" charset="0"/>
              </a:rPr>
              <a:t>1</a:t>
            </a:r>
          </a:p>
        </p:txBody>
      </p:sp>
      <p:sp>
        <p:nvSpPr>
          <p:cNvPr id="5" name="object 14">
            <a:extLst>
              <a:ext uri="{FF2B5EF4-FFF2-40B4-BE49-F238E27FC236}">
                <a16:creationId xmlns:a16="http://schemas.microsoft.com/office/drawing/2014/main" xmlns="" id="{D1318D7E-7574-CCBE-6F3F-A26437644A72}"/>
              </a:ext>
            </a:extLst>
          </p:cNvPr>
          <p:cNvSpPr txBox="1"/>
          <p:nvPr/>
        </p:nvSpPr>
        <p:spPr>
          <a:xfrm>
            <a:off x="831568" y="9846070"/>
            <a:ext cx="3333115" cy="228268"/>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spcBef>
                <a:spcPts val="95"/>
              </a:spcBef>
            </a:pPr>
            <a:r>
              <a:rPr lang="en-US" sz="1400" b="1" spc="-5" dirty="0" err="1">
                <a:latin typeface="Times New Roman" panose="02020603050405020304" pitchFamily="18" charset="0"/>
                <a:cs typeface="Times New Roman" panose="02020603050405020304" pitchFamily="18" charset="0"/>
              </a:rPr>
              <a:t>Bogura</a:t>
            </a:r>
            <a:r>
              <a:rPr lang="en-US" sz="1400" b="1" spc="-5" dirty="0">
                <a:latin typeface="Times New Roman" panose="02020603050405020304" pitchFamily="18" charset="0"/>
                <a:cs typeface="Times New Roman" panose="02020603050405020304" pitchFamily="18" charset="0"/>
              </a:rPr>
              <a:t> Polytechnic Institute</a:t>
            </a:r>
            <a:endParaRPr lang="en-US" sz="14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DDC12E85-1055-6E8B-27A3-F5E0CF5A14F5}"/>
              </a:ext>
            </a:extLst>
          </p:cNvPr>
          <p:cNvPicPr>
            <a:picLocks noChangeAspect="1"/>
          </p:cNvPicPr>
          <p:nvPr/>
        </p:nvPicPr>
        <p:blipFill>
          <a:blip r:embed="rId12" cstate="print"/>
          <a:stretch>
            <a:fillRect/>
          </a:stretch>
        </p:blipFill>
        <p:spPr>
          <a:xfrm>
            <a:off x="3657600" y="9627518"/>
            <a:ext cx="659482" cy="659482"/>
          </a:xfrm>
          <a:prstGeom prst="rect">
            <a:avLst/>
          </a:prstGeom>
        </p:spPr>
      </p:pic>
      <p:sp>
        <p:nvSpPr>
          <p:cNvPr id="10" name="Date Placeholder 17">
            <a:extLst>
              <a:ext uri="{FF2B5EF4-FFF2-40B4-BE49-F238E27FC236}">
                <a16:creationId xmlns:a16="http://schemas.microsoft.com/office/drawing/2014/main" xmlns="" id="{29A2D64E-2AFD-83A4-908A-C2508CAE4983}"/>
              </a:ext>
            </a:extLst>
          </p:cNvPr>
          <p:cNvSpPr>
            <a:spLocks noGrp="1"/>
          </p:cNvSpPr>
          <p:nvPr>
            <p:ph type="dt" sz="half" idx="10"/>
          </p:nvPr>
        </p:nvSpPr>
        <p:spPr>
          <a:xfrm>
            <a:off x="12115800" y="9633885"/>
            <a:ext cx="2914650" cy="365125"/>
          </a:xfrm>
        </p:spPr>
        <p:txBody>
          <a:bodyPr/>
          <a:lstStyle/>
          <a:p>
            <a:fld id="{ABF22844-196D-4EFA-A506-38085BB37A3A}" type="datetime2">
              <a:rPr lang="en-US" sz="1600" b="1" smtClean="0">
                <a:solidFill>
                  <a:schemeClr val="tx1"/>
                </a:solidFill>
                <a:latin typeface="Times New Roman" panose="02020603050405020304" pitchFamily="18" charset="0"/>
                <a:cs typeface="Times New Roman" panose="02020603050405020304" pitchFamily="18" charset="0"/>
              </a:rPr>
              <a:pPr/>
              <a:t>Sunday, December 28, 2025</a:t>
            </a:fld>
            <a:endParaRPr lang="en-US"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a:extLst>
            <a:ext uri="{FF2B5EF4-FFF2-40B4-BE49-F238E27FC236}">
              <a16:creationId xmlns:a16="http://schemas.microsoft.com/office/drawing/2014/main" xmlns="" id="{B8D676B4-322F-5918-FA09-EC1FD260D03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xmlns="" id="{F24D9AB4-5920-10F7-446B-501B78F72767}"/>
              </a:ext>
            </a:extLst>
          </p:cNvPr>
          <p:cNvSpPr/>
          <p:nvPr/>
        </p:nvSpPr>
        <p:spPr>
          <a:xfrm>
            <a:off x="9144000" y="-3009900"/>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a:extLst>
              <a:ext uri="{FF2B5EF4-FFF2-40B4-BE49-F238E27FC236}">
                <a16:creationId xmlns:a16="http://schemas.microsoft.com/office/drawing/2014/main" xmlns="" id="{24A8E11C-FBBA-B96F-3FD6-EBC015C972A6}"/>
              </a:ext>
            </a:extLst>
          </p:cNvPr>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a:extLst>
              <a:ext uri="{FF2B5EF4-FFF2-40B4-BE49-F238E27FC236}">
                <a16:creationId xmlns:a16="http://schemas.microsoft.com/office/drawing/2014/main" xmlns="" id="{C634B8F9-8248-6C10-E945-B0E547294B7C}"/>
              </a:ext>
            </a:extLst>
          </p:cNvPr>
          <p:cNvSpPr/>
          <p:nvPr/>
        </p:nvSpPr>
        <p:spPr>
          <a:xfrm flipH="1" flipV="1">
            <a:off x="-819150" y="-1605811"/>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 name="TextBox 5">
            <a:extLst>
              <a:ext uri="{FF2B5EF4-FFF2-40B4-BE49-F238E27FC236}">
                <a16:creationId xmlns:a16="http://schemas.microsoft.com/office/drawing/2014/main" xmlns="" id="{99DCB2AD-316E-6864-52CC-01B8558B81A6}"/>
              </a:ext>
            </a:extLst>
          </p:cNvPr>
          <p:cNvSpPr txBox="1"/>
          <p:nvPr/>
        </p:nvSpPr>
        <p:spPr>
          <a:xfrm>
            <a:off x="4150158" y="-170727"/>
            <a:ext cx="9987683" cy="1641475"/>
          </a:xfrm>
          <a:prstGeom prst="rect">
            <a:avLst/>
          </a:prstGeom>
        </p:spPr>
        <p:txBody>
          <a:bodyPr lIns="0" tIns="0" rIns="0" bIns="0" rtlCol="0" anchor="t">
            <a:spAutoFit/>
          </a:bodyPr>
          <a:lstStyle/>
          <a:p>
            <a:pPr algn="ctr">
              <a:lnSpc>
                <a:spcPts val="12780"/>
              </a:lnSpc>
            </a:pPr>
            <a:r>
              <a:rPr lang="en-US" sz="9129" b="1" dirty="0">
                <a:solidFill>
                  <a:srgbClr val="0166C2"/>
                </a:solidFill>
                <a:latin typeface="Luktao Bold"/>
                <a:ea typeface="Luktao Bold"/>
                <a:cs typeface="Luktao Bold"/>
                <a:sym typeface="Luktao Bold"/>
              </a:rPr>
              <a:t>Introduction</a:t>
            </a:r>
          </a:p>
        </p:txBody>
      </p:sp>
      <p:sp>
        <p:nvSpPr>
          <p:cNvPr id="6" name="TextBox 6">
            <a:extLst>
              <a:ext uri="{FF2B5EF4-FFF2-40B4-BE49-F238E27FC236}">
                <a16:creationId xmlns:a16="http://schemas.microsoft.com/office/drawing/2014/main" xmlns="" id="{F34D5DA5-8EDD-2DDD-92DC-0AC966F9674E}"/>
              </a:ext>
            </a:extLst>
          </p:cNvPr>
          <p:cNvSpPr txBox="1"/>
          <p:nvPr/>
        </p:nvSpPr>
        <p:spPr>
          <a:xfrm>
            <a:off x="2736965" y="1312148"/>
            <a:ext cx="14508480" cy="5371150"/>
          </a:xfrm>
          <a:prstGeom prst="rect">
            <a:avLst/>
          </a:prstGeom>
        </p:spPr>
        <p:txBody>
          <a:bodyPr wrap="square" lIns="0" tIns="0" rIns="0" bIns="0" rtlCol="0" anchor="t">
            <a:spAutoFit/>
          </a:bodyPr>
          <a:lstStyle/>
          <a:p>
            <a:pPr marL="457200" indent="-457200" algn="just">
              <a:lnSpc>
                <a:spcPct val="200000"/>
              </a:lnSpc>
              <a:buFont typeface="Wingdings" panose="05000000000000000000" pitchFamily="2" charset="2"/>
              <a:buChar char="v"/>
            </a:pPr>
            <a:r>
              <a:rPr lang="en-US" sz="3600" dirty="0">
                <a:latin typeface="Times New Roman" panose="02020603050405020304" pitchFamily="18" charset="0"/>
                <a:ea typeface="Nourd"/>
                <a:cs typeface="Times New Roman" panose="02020603050405020304" pitchFamily="18" charset="0"/>
                <a:sym typeface="Nourd"/>
              </a:rPr>
              <a:t>Robotics is an important part of modern engineering and automation.</a:t>
            </a:r>
          </a:p>
          <a:p>
            <a:pPr marL="457200" indent="-457200" algn="just">
              <a:lnSpc>
                <a:spcPct val="200000"/>
              </a:lnSpc>
              <a:buFont typeface="Wingdings" panose="05000000000000000000" pitchFamily="2" charset="2"/>
              <a:buChar char="v"/>
            </a:pPr>
            <a:r>
              <a:rPr lang="en-US" sz="3600" dirty="0">
                <a:latin typeface="Times New Roman" panose="02020603050405020304" pitchFamily="18" charset="0"/>
                <a:ea typeface="Nourd"/>
                <a:cs typeface="Times New Roman" panose="02020603050405020304" pitchFamily="18" charset="0"/>
                <a:sym typeface="Nourd"/>
              </a:rPr>
              <a:t>Robotic arms are widely used in industries, laboratories, and medical fields.</a:t>
            </a:r>
          </a:p>
          <a:p>
            <a:pPr marL="457200" indent="-457200" algn="just">
              <a:lnSpc>
                <a:spcPct val="200000"/>
              </a:lnSpc>
              <a:buFont typeface="Wingdings" panose="05000000000000000000" pitchFamily="2" charset="2"/>
              <a:buChar char="v"/>
            </a:pPr>
            <a:r>
              <a:rPr lang="en-US" sz="3600" dirty="0">
                <a:latin typeface="Times New Roman" panose="02020603050405020304" pitchFamily="18" charset="0"/>
                <a:ea typeface="Nourd"/>
                <a:cs typeface="Times New Roman" panose="02020603050405020304" pitchFamily="18" charset="0"/>
                <a:sym typeface="Nourd"/>
              </a:rPr>
              <a:t>Wireless control increases flexibility and safety.</a:t>
            </a:r>
          </a:p>
          <a:p>
            <a:pPr marL="457200" indent="-457200" algn="just">
              <a:lnSpc>
                <a:spcPct val="200000"/>
              </a:lnSpc>
              <a:buFont typeface="Wingdings" panose="05000000000000000000" pitchFamily="2" charset="2"/>
              <a:buChar char="v"/>
            </a:pPr>
            <a:r>
              <a:rPr lang="en-US" sz="3600" dirty="0">
                <a:latin typeface="Times New Roman" panose="02020603050405020304" pitchFamily="18" charset="0"/>
                <a:ea typeface="Nourd"/>
                <a:cs typeface="Times New Roman" panose="02020603050405020304" pitchFamily="18" charset="0"/>
                <a:sym typeface="Nourd"/>
              </a:rPr>
              <a:t>This project focuses on designing a low-cost wireless robotic arm.</a:t>
            </a:r>
          </a:p>
          <a:p>
            <a:pPr marL="457200" indent="-457200" algn="just">
              <a:lnSpc>
                <a:spcPct val="200000"/>
              </a:lnSpc>
              <a:buFont typeface="Wingdings" panose="05000000000000000000" pitchFamily="2" charset="2"/>
              <a:buChar char="v"/>
            </a:pPr>
            <a:r>
              <a:rPr lang="en-US" sz="3600" dirty="0">
                <a:latin typeface="Times New Roman" panose="02020603050405020304" pitchFamily="18" charset="0"/>
                <a:ea typeface="Nourd"/>
                <a:cs typeface="Times New Roman" panose="02020603050405020304" pitchFamily="18" charset="0"/>
                <a:sym typeface="Nourd"/>
              </a:rPr>
              <a:t>The arm can pick, move, and place objects accurately.</a:t>
            </a:r>
            <a:endParaRPr lang="en-US" sz="3200" dirty="0">
              <a:latin typeface="Times New Roman" panose="02020603050405020304" pitchFamily="18" charset="0"/>
              <a:ea typeface="Nourd"/>
              <a:cs typeface="Times New Roman" panose="02020603050405020304" pitchFamily="18" charset="0"/>
              <a:sym typeface="Nourd"/>
            </a:endParaRPr>
          </a:p>
        </p:txBody>
      </p:sp>
      <p:sp>
        <p:nvSpPr>
          <p:cNvPr id="7" name="Freeform 7">
            <a:extLst>
              <a:ext uri="{FF2B5EF4-FFF2-40B4-BE49-F238E27FC236}">
                <a16:creationId xmlns:a16="http://schemas.microsoft.com/office/drawing/2014/main" xmlns="" id="{2021F880-CACE-42A3-7764-AF11E42E3AEC}"/>
              </a:ext>
            </a:extLst>
          </p:cNvPr>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8" name="Freeform 8">
            <a:extLst>
              <a:ext uri="{FF2B5EF4-FFF2-40B4-BE49-F238E27FC236}">
                <a16:creationId xmlns:a16="http://schemas.microsoft.com/office/drawing/2014/main" xmlns="" id="{5F248FC3-2B1E-B100-D9C5-B38C304275D0}"/>
              </a:ext>
            </a:extLst>
          </p:cNvPr>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9" name="Freeform 9">
            <a:extLst>
              <a:ext uri="{FF2B5EF4-FFF2-40B4-BE49-F238E27FC236}">
                <a16:creationId xmlns:a16="http://schemas.microsoft.com/office/drawing/2014/main" xmlns="" id="{FD14A959-3F84-CEA4-38A1-E38FB8144776}"/>
              </a:ext>
            </a:extLst>
          </p:cNvPr>
          <p:cNvSpPr/>
          <p:nvPr/>
        </p:nvSpPr>
        <p:spPr>
          <a:xfrm>
            <a:off x="604698" y="650011"/>
            <a:ext cx="2690952" cy="1345476"/>
          </a:xfrm>
          <a:custGeom>
            <a:avLst/>
            <a:gdLst/>
            <a:ahLst/>
            <a:cxnLst/>
            <a:rect l="l" t="t" r="r" b="b"/>
            <a:pathLst>
              <a:path w="2690952" h="1345476">
                <a:moveTo>
                  <a:pt x="0" y="0"/>
                </a:moveTo>
                <a:lnTo>
                  <a:pt x="2690952" y="0"/>
                </a:lnTo>
                <a:lnTo>
                  <a:pt x="2690952" y="1345476"/>
                </a:lnTo>
                <a:lnTo>
                  <a:pt x="0" y="1345476"/>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12" name="Plaque 11">
            <a:extLst>
              <a:ext uri="{FF2B5EF4-FFF2-40B4-BE49-F238E27FC236}">
                <a16:creationId xmlns:a16="http://schemas.microsoft.com/office/drawing/2014/main" xmlns="" id="{E34B982A-007D-BD8C-7480-2B3CEEFF391C}"/>
              </a:ext>
            </a:extLst>
          </p:cNvPr>
          <p:cNvSpPr/>
          <p:nvPr/>
        </p:nvSpPr>
        <p:spPr>
          <a:xfrm>
            <a:off x="16471722" y="8725695"/>
            <a:ext cx="1219200" cy="1161202"/>
          </a:xfrm>
          <a:prstGeom prst="plaque">
            <a:avLst/>
          </a:prstGeom>
          <a:solidFill>
            <a:srgbClr val="CCFF99"/>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5400" b="1" dirty="0">
                <a:latin typeface="Times New Roman" panose="02020603050405020304" pitchFamily="18" charset="0"/>
                <a:cs typeface="Times New Roman" panose="02020603050405020304" pitchFamily="18" charset="0"/>
              </a:rPr>
              <a:t>2</a:t>
            </a:r>
          </a:p>
        </p:txBody>
      </p:sp>
      <p:sp>
        <p:nvSpPr>
          <p:cNvPr id="13" name="object 14">
            <a:extLst>
              <a:ext uri="{FF2B5EF4-FFF2-40B4-BE49-F238E27FC236}">
                <a16:creationId xmlns:a16="http://schemas.microsoft.com/office/drawing/2014/main" xmlns="" id="{69A4E4E7-0FE5-4EAE-EFB6-8DD7478C265F}"/>
              </a:ext>
            </a:extLst>
          </p:cNvPr>
          <p:cNvSpPr txBox="1"/>
          <p:nvPr/>
        </p:nvSpPr>
        <p:spPr>
          <a:xfrm>
            <a:off x="831568" y="9846070"/>
            <a:ext cx="3333115" cy="228268"/>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spcBef>
                <a:spcPts val="95"/>
              </a:spcBef>
            </a:pPr>
            <a:r>
              <a:rPr lang="en-US" sz="1400" b="1" spc="-5" dirty="0" err="1">
                <a:latin typeface="Times New Roman" panose="02020603050405020304" pitchFamily="18" charset="0"/>
                <a:cs typeface="Times New Roman" panose="02020603050405020304" pitchFamily="18" charset="0"/>
              </a:rPr>
              <a:t>Bogura</a:t>
            </a:r>
            <a:r>
              <a:rPr lang="en-US" sz="1400" b="1" spc="-5" dirty="0">
                <a:latin typeface="Times New Roman" panose="02020603050405020304" pitchFamily="18" charset="0"/>
                <a:cs typeface="Times New Roman" panose="02020603050405020304" pitchFamily="18" charset="0"/>
              </a:rPr>
              <a:t> Polytechnic Institute</a:t>
            </a:r>
            <a:endParaRPr lang="en-US" sz="1400" b="1"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xmlns="" id="{22C8BD1A-8781-1411-08EC-98A41E4B03DC}"/>
              </a:ext>
            </a:extLst>
          </p:cNvPr>
          <p:cNvPicPr>
            <a:picLocks noChangeAspect="1"/>
          </p:cNvPicPr>
          <p:nvPr/>
        </p:nvPicPr>
        <p:blipFill>
          <a:blip r:embed="rId12" cstate="print"/>
          <a:stretch>
            <a:fillRect/>
          </a:stretch>
        </p:blipFill>
        <p:spPr>
          <a:xfrm>
            <a:off x="3657600" y="9627518"/>
            <a:ext cx="659482" cy="659482"/>
          </a:xfrm>
          <a:prstGeom prst="rect">
            <a:avLst/>
          </a:prstGeom>
        </p:spPr>
      </p:pic>
      <p:sp>
        <p:nvSpPr>
          <p:cNvPr id="15" name="Date Placeholder 17">
            <a:extLst>
              <a:ext uri="{FF2B5EF4-FFF2-40B4-BE49-F238E27FC236}">
                <a16:creationId xmlns:a16="http://schemas.microsoft.com/office/drawing/2014/main" xmlns="" id="{BC8DA92A-3D06-DBF8-C3A8-E4B715A26F45}"/>
              </a:ext>
            </a:extLst>
          </p:cNvPr>
          <p:cNvSpPr>
            <a:spLocks noGrp="1"/>
          </p:cNvSpPr>
          <p:nvPr>
            <p:ph type="dt" sz="half" idx="10"/>
          </p:nvPr>
        </p:nvSpPr>
        <p:spPr>
          <a:xfrm>
            <a:off x="12115800" y="9633885"/>
            <a:ext cx="2914650" cy="365125"/>
          </a:xfrm>
        </p:spPr>
        <p:txBody>
          <a:bodyPr/>
          <a:lstStyle/>
          <a:p>
            <a:fld id="{ABF22844-196D-4EFA-A506-38085BB37A3A}" type="datetime2">
              <a:rPr lang="en-US" sz="1600" b="1" smtClean="0">
                <a:solidFill>
                  <a:schemeClr val="tx1"/>
                </a:solidFill>
                <a:latin typeface="Times New Roman" panose="02020603050405020304" pitchFamily="18" charset="0"/>
                <a:cs typeface="Times New Roman" panose="02020603050405020304" pitchFamily="18" charset="0"/>
              </a:rPr>
              <a:pPr/>
              <a:t>Sunday, December 28, 2025</a:t>
            </a:fld>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1349148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Freeform 2"/>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flipH="1" flipV="1">
            <a:off x="-819150" y="-1605811"/>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TextBox 6"/>
          <p:cNvSpPr txBox="1"/>
          <p:nvPr/>
        </p:nvSpPr>
        <p:spPr>
          <a:xfrm>
            <a:off x="4150158" y="-84811"/>
            <a:ext cx="9987683" cy="1641475"/>
          </a:xfrm>
          <a:prstGeom prst="rect">
            <a:avLst/>
          </a:prstGeom>
        </p:spPr>
        <p:txBody>
          <a:bodyPr lIns="0" tIns="0" rIns="0" bIns="0" rtlCol="0" anchor="t">
            <a:spAutoFit/>
          </a:bodyPr>
          <a:lstStyle/>
          <a:p>
            <a:pPr algn="ctr">
              <a:lnSpc>
                <a:spcPts val="12780"/>
              </a:lnSpc>
            </a:pPr>
            <a:r>
              <a:rPr lang="en-US" sz="9129" b="1" dirty="0">
                <a:solidFill>
                  <a:srgbClr val="0166C2"/>
                </a:solidFill>
                <a:latin typeface="Luktao Bold"/>
                <a:ea typeface="Luktao Bold"/>
                <a:cs typeface="Luktao Bold"/>
                <a:sym typeface="Luktao Bold"/>
              </a:rPr>
              <a:t>Objectives</a:t>
            </a:r>
          </a:p>
        </p:txBody>
      </p:sp>
      <p:sp>
        <p:nvSpPr>
          <p:cNvPr id="9" name="Freeform 9"/>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0" name="Freeform 10"/>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1" name="Freeform 11"/>
          <p:cNvSpPr/>
          <p:nvPr/>
        </p:nvSpPr>
        <p:spPr>
          <a:xfrm>
            <a:off x="604698" y="650011"/>
            <a:ext cx="2690952" cy="1345476"/>
          </a:xfrm>
          <a:custGeom>
            <a:avLst/>
            <a:gdLst/>
            <a:ahLst/>
            <a:cxnLst/>
            <a:rect l="l" t="t" r="r" b="b"/>
            <a:pathLst>
              <a:path w="2690952" h="1345476">
                <a:moveTo>
                  <a:pt x="0" y="0"/>
                </a:moveTo>
                <a:lnTo>
                  <a:pt x="2690952" y="0"/>
                </a:lnTo>
                <a:lnTo>
                  <a:pt x="2690952" y="1345476"/>
                </a:lnTo>
                <a:lnTo>
                  <a:pt x="0" y="1345476"/>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13" name="TextBox 12">
            <a:extLst>
              <a:ext uri="{FF2B5EF4-FFF2-40B4-BE49-F238E27FC236}">
                <a16:creationId xmlns:a16="http://schemas.microsoft.com/office/drawing/2014/main" xmlns="" id="{FD61DBBC-5291-FD1B-C97B-772A528DB8BD}"/>
              </a:ext>
            </a:extLst>
          </p:cNvPr>
          <p:cNvSpPr txBox="1"/>
          <p:nvPr/>
        </p:nvSpPr>
        <p:spPr>
          <a:xfrm>
            <a:off x="4711878" y="1119424"/>
            <a:ext cx="13213080" cy="5463483"/>
          </a:xfrm>
          <a:prstGeom prst="rect">
            <a:avLst/>
          </a:prstGeom>
          <a:noFill/>
        </p:spPr>
        <p:txBody>
          <a:bodyPr wrap="square">
            <a:spAutoFit/>
          </a:bodyPr>
          <a:lstStyle/>
          <a:p>
            <a:pPr marL="514350" indent="-514350" algn="just">
              <a:lnSpc>
                <a:spcPct val="200000"/>
              </a:lnSpc>
              <a:buFont typeface="Wingdings" panose="05000000000000000000" pitchFamily="2" charset="2"/>
              <a:buChar char="v"/>
            </a:pPr>
            <a:r>
              <a:rPr lang="en-US" sz="3600" dirty="0">
                <a:latin typeface="Times New Roman" panose="02020603050405020304" pitchFamily="18" charset="0"/>
                <a:cs typeface="Times New Roman" panose="02020603050405020304" pitchFamily="18" charset="0"/>
              </a:rPr>
              <a:t>To design a wireless controlled robotic arm.</a:t>
            </a:r>
          </a:p>
          <a:p>
            <a:pPr marL="514350" indent="-514350" algn="just">
              <a:lnSpc>
                <a:spcPct val="200000"/>
              </a:lnSpc>
              <a:buFont typeface="Wingdings" panose="05000000000000000000" pitchFamily="2" charset="2"/>
              <a:buChar char="v"/>
            </a:pPr>
            <a:r>
              <a:rPr lang="en-US" sz="3600" dirty="0">
                <a:latin typeface="Times New Roman" panose="02020603050405020304" pitchFamily="18" charset="0"/>
                <a:cs typeface="Times New Roman" panose="02020603050405020304" pitchFamily="18" charset="0"/>
              </a:rPr>
              <a:t>To achieve precise object manipulation.</a:t>
            </a:r>
          </a:p>
          <a:p>
            <a:pPr marL="514350" indent="-514350" algn="just">
              <a:lnSpc>
                <a:spcPct val="200000"/>
              </a:lnSpc>
              <a:buFont typeface="Wingdings" panose="05000000000000000000" pitchFamily="2" charset="2"/>
              <a:buChar char="v"/>
            </a:pPr>
            <a:r>
              <a:rPr lang="en-US" sz="3600" dirty="0">
                <a:latin typeface="Times New Roman" panose="02020603050405020304" pitchFamily="18" charset="0"/>
                <a:cs typeface="Times New Roman" panose="02020603050405020304" pitchFamily="18" charset="0"/>
              </a:rPr>
              <a:t>To reduce human effort and risk.</a:t>
            </a:r>
          </a:p>
          <a:p>
            <a:pPr marL="514350" indent="-514350" algn="just">
              <a:lnSpc>
                <a:spcPct val="200000"/>
              </a:lnSpc>
              <a:buFont typeface="Wingdings" panose="05000000000000000000" pitchFamily="2" charset="2"/>
              <a:buChar char="v"/>
            </a:pPr>
            <a:r>
              <a:rPr lang="en-US" sz="3600" dirty="0">
                <a:latin typeface="Times New Roman" panose="02020603050405020304" pitchFamily="18" charset="0"/>
                <a:cs typeface="Times New Roman" panose="02020603050405020304" pitchFamily="18" charset="0"/>
              </a:rPr>
              <a:t>To develop a low-cost and easy-to-use system.</a:t>
            </a:r>
          </a:p>
          <a:p>
            <a:pPr marL="514350" indent="-514350" algn="just">
              <a:lnSpc>
                <a:spcPct val="200000"/>
              </a:lnSpc>
              <a:buFont typeface="Wingdings" panose="05000000000000000000" pitchFamily="2" charset="2"/>
              <a:buChar char="v"/>
            </a:pPr>
            <a:r>
              <a:rPr lang="en-US" sz="3600" dirty="0">
                <a:latin typeface="Times New Roman" panose="02020603050405020304" pitchFamily="18" charset="0"/>
                <a:cs typeface="Times New Roman" panose="02020603050405020304" pitchFamily="18" charset="0"/>
              </a:rPr>
              <a:t>To apply theoretical knowledge into practical implementation.</a:t>
            </a:r>
            <a:endParaRPr lang="en-US" sz="3200" dirty="0">
              <a:latin typeface="Times New Roman" panose="02020603050405020304" pitchFamily="18" charset="0"/>
              <a:cs typeface="Times New Roman" panose="02020603050405020304" pitchFamily="18" charset="0"/>
            </a:endParaRPr>
          </a:p>
        </p:txBody>
      </p:sp>
      <p:sp>
        <p:nvSpPr>
          <p:cNvPr id="16" name="Plaque 15">
            <a:extLst>
              <a:ext uri="{FF2B5EF4-FFF2-40B4-BE49-F238E27FC236}">
                <a16:creationId xmlns:a16="http://schemas.microsoft.com/office/drawing/2014/main" xmlns="" id="{586CEB1D-F589-E6A9-1602-04A359E502C2}"/>
              </a:ext>
            </a:extLst>
          </p:cNvPr>
          <p:cNvSpPr/>
          <p:nvPr/>
        </p:nvSpPr>
        <p:spPr>
          <a:xfrm>
            <a:off x="16471722" y="8725695"/>
            <a:ext cx="1219200" cy="1161202"/>
          </a:xfrm>
          <a:prstGeom prst="plaque">
            <a:avLst/>
          </a:prstGeom>
          <a:solidFill>
            <a:srgbClr val="CCFF99"/>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5400" b="1" dirty="0">
                <a:latin typeface="Times New Roman" panose="02020603050405020304" pitchFamily="18" charset="0"/>
                <a:cs typeface="Times New Roman" panose="02020603050405020304" pitchFamily="18" charset="0"/>
              </a:rPr>
              <a:t>3</a:t>
            </a:r>
          </a:p>
        </p:txBody>
      </p:sp>
      <p:sp>
        <p:nvSpPr>
          <p:cNvPr id="5" name="object 14">
            <a:extLst>
              <a:ext uri="{FF2B5EF4-FFF2-40B4-BE49-F238E27FC236}">
                <a16:creationId xmlns:a16="http://schemas.microsoft.com/office/drawing/2014/main" xmlns="" id="{B2F5A709-0DED-FEAC-40CD-FCB63FF25833}"/>
              </a:ext>
            </a:extLst>
          </p:cNvPr>
          <p:cNvSpPr txBox="1"/>
          <p:nvPr/>
        </p:nvSpPr>
        <p:spPr>
          <a:xfrm>
            <a:off x="831568" y="9846070"/>
            <a:ext cx="3333115" cy="228268"/>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spcBef>
                <a:spcPts val="95"/>
              </a:spcBef>
            </a:pPr>
            <a:r>
              <a:rPr lang="en-US" sz="1400" b="1" spc="-5" dirty="0" err="1">
                <a:latin typeface="Times New Roman" panose="02020603050405020304" pitchFamily="18" charset="0"/>
                <a:cs typeface="Times New Roman" panose="02020603050405020304" pitchFamily="18" charset="0"/>
              </a:rPr>
              <a:t>Bogura</a:t>
            </a:r>
            <a:r>
              <a:rPr lang="en-US" sz="1400" b="1" spc="-5" dirty="0">
                <a:latin typeface="Times New Roman" panose="02020603050405020304" pitchFamily="18" charset="0"/>
                <a:cs typeface="Times New Roman" panose="02020603050405020304" pitchFamily="18" charset="0"/>
              </a:rPr>
              <a:t> Polytechnic Institute</a:t>
            </a:r>
            <a:endParaRPr lang="en-US" sz="14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xmlns="" id="{414A652B-9621-E9C8-38BD-A5FFB8F5A880}"/>
              </a:ext>
            </a:extLst>
          </p:cNvPr>
          <p:cNvPicPr>
            <a:picLocks noChangeAspect="1"/>
          </p:cNvPicPr>
          <p:nvPr/>
        </p:nvPicPr>
        <p:blipFill>
          <a:blip r:embed="rId12" cstate="print"/>
          <a:stretch>
            <a:fillRect/>
          </a:stretch>
        </p:blipFill>
        <p:spPr>
          <a:xfrm>
            <a:off x="3657600" y="9627518"/>
            <a:ext cx="659482" cy="659482"/>
          </a:xfrm>
          <a:prstGeom prst="rect">
            <a:avLst/>
          </a:prstGeom>
        </p:spPr>
      </p:pic>
      <p:sp>
        <p:nvSpPr>
          <p:cNvPr id="8" name="Date Placeholder 17">
            <a:extLst>
              <a:ext uri="{FF2B5EF4-FFF2-40B4-BE49-F238E27FC236}">
                <a16:creationId xmlns:a16="http://schemas.microsoft.com/office/drawing/2014/main" xmlns="" id="{D9F4E508-35BD-1274-4024-E55EC61243BD}"/>
              </a:ext>
            </a:extLst>
          </p:cNvPr>
          <p:cNvSpPr>
            <a:spLocks noGrp="1"/>
          </p:cNvSpPr>
          <p:nvPr>
            <p:ph type="dt" sz="half" idx="10"/>
          </p:nvPr>
        </p:nvSpPr>
        <p:spPr>
          <a:xfrm>
            <a:off x="12115800" y="9633885"/>
            <a:ext cx="2914650" cy="365125"/>
          </a:xfrm>
        </p:spPr>
        <p:txBody>
          <a:bodyPr/>
          <a:lstStyle/>
          <a:p>
            <a:fld id="{ABF22844-196D-4EFA-A506-38085BB37A3A}" type="datetime2">
              <a:rPr lang="en-US" sz="1600" b="1" smtClean="0">
                <a:solidFill>
                  <a:schemeClr val="tx1"/>
                </a:solidFill>
                <a:latin typeface="Times New Roman" panose="02020603050405020304" pitchFamily="18" charset="0"/>
                <a:cs typeface="Times New Roman" panose="02020603050405020304" pitchFamily="18" charset="0"/>
              </a:rPr>
              <a:pPr/>
              <a:t>Sunday, December 28, 2025</a:t>
            </a:fld>
            <a:endParaRPr lang="en-US"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Freeform 2"/>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flipH="1" flipV="1">
            <a:off x="-819150" y="-1605811"/>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 name="TextBox 5"/>
          <p:cNvSpPr txBox="1"/>
          <p:nvPr/>
        </p:nvSpPr>
        <p:spPr>
          <a:xfrm>
            <a:off x="4150158" y="-288246"/>
            <a:ext cx="9987683" cy="1641475"/>
          </a:xfrm>
          <a:prstGeom prst="rect">
            <a:avLst/>
          </a:prstGeom>
        </p:spPr>
        <p:txBody>
          <a:bodyPr lIns="0" tIns="0" rIns="0" bIns="0" rtlCol="0" anchor="t">
            <a:spAutoFit/>
          </a:bodyPr>
          <a:lstStyle/>
          <a:p>
            <a:pPr algn="ctr">
              <a:lnSpc>
                <a:spcPts val="12780"/>
              </a:lnSpc>
            </a:pPr>
            <a:r>
              <a:rPr lang="en-US" sz="9129" b="1" dirty="0">
                <a:solidFill>
                  <a:srgbClr val="0166C2"/>
                </a:solidFill>
                <a:latin typeface="Luktao Bold"/>
                <a:ea typeface="Luktao Bold"/>
                <a:cs typeface="Luktao Bold"/>
                <a:sym typeface="Luktao Bold"/>
              </a:rPr>
              <a:t>Methodology</a:t>
            </a:r>
          </a:p>
        </p:txBody>
      </p:sp>
      <p:sp>
        <p:nvSpPr>
          <p:cNvPr id="8" name="Freeform 8"/>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9" name="Freeform 9"/>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0" name="Freeform 10"/>
          <p:cNvSpPr/>
          <p:nvPr/>
        </p:nvSpPr>
        <p:spPr>
          <a:xfrm>
            <a:off x="604698" y="650011"/>
            <a:ext cx="2690952" cy="1345476"/>
          </a:xfrm>
          <a:custGeom>
            <a:avLst/>
            <a:gdLst/>
            <a:ahLst/>
            <a:cxnLst/>
            <a:rect l="l" t="t" r="r" b="b"/>
            <a:pathLst>
              <a:path w="2690952" h="1345476">
                <a:moveTo>
                  <a:pt x="0" y="0"/>
                </a:moveTo>
                <a:lnTo>
                  <a:pt x="2690952" y="0"/>
                </a:lnTo>
                <a:lnTo>
                  <a:pt x="2690952" y="1345476"/>
                </a:lnTo>
                <a:lnTo>
                  <a:pt x="0" y="1345476"/>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12" name="TextBox 11">
            <a:extLst>
              <a:ext uri="{FF2B5EF4-FFF2-40B4-BE49-F238E27FC236}">
                <a16:creationId xmlns:a16="http://schemas.microsoft.com/office/drawing/2014/main" xmlns="" id="{1B735688-799A-407D-1A80-AC42325DE096}"/>
              </a:ext>
            </a:extLst>
          </p:cNvPr>
          <p:cNvSpPr txBox="1"/>
          <p:nvPr/>
        </p:nvSpPr>
        <p:spPr>
          <a:xfrm>
            <a:off x="4719498" y="1353229"/>
            <a:ext cx="13213080" cy="6211572"/>
          </a:xfrm>
          <a:prstGeom prst="rect">
            <a:avLst/>
          </a:prstGeom>
          <a:noFill/>
        </p:spPr>
        <p:txBody>
          <a:bodyPr wrap="square">
            <a:spAutoFit/>
          </a:bodyPr>
          <a:lstStyle/>
          <a:p>
            <a:pPr marL="457200" indent="-457200">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Analyze project requirements and select components.</a:t>
            </a:r>
          </a:p>
          <a:p>
            <a:pPr marL="457200" indent="-457200">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Design system architecture and block diagram.</a:t>
            </a:r>
          </a:p>
          <a:p>
            <a:pPr marL="457200" indent="-457200">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Assemble robotic arm and connect hardware.</a:t>
            </a:r>
          </a:p>
          <a:p>
            <a:pPr marL="457200" indent="-457200">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Develop control software using Arduino.</a:t>
            </a:r>
          </a:p>
          <a:p>
            <a:pPr marL="457200" indent="-457200">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Configure wireless communication.</a:t>
            </a:r>
          </a:p>
          <a:p>
            <a:pPr marL="457200" indent="-457200">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Integrate, test, and calibrate the system.</a:t>
            </a:r>
          </a:p>
        </p:txBody>
      </p:sp>
      <p:sp>
        <p:nvSpPr>
          <p:cNvPr id="15" name="Plaque 14">
            <a:extLst>
              <a:ext uri="{FF2B5EF4-FFF2-40B4-BE49-F238E27FC236}">
                <a16:creationId xmlns:a16="http://schemas.microsoft.com/office/drawing/2014/main" xmlns="" id="{252AAC2B-7EF4-162D-47EF-FCACDEE15D3C}"/>
              </a:ext>
            </a:extLst>
          </p:cNvPr>
          <p:cNvSpPr/>
          <p:nvPr/>
        </p:nvSpPr>
        <p:spPr>
          <a:xfrm>
            <a:off x="16471722" y="8725695"/>
            <a:ext cx="1219200" cy="1161202"/>
          </a:xfrm>
          <a:prstGeom prst="plaque">
            <a:avLst/>
          </a:prstGeom>
          <a:solidFill>
            <a:srgbClr val="CCFF99"/>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5400" b="1" dirty="0">
                <a:latin typeface="Times New Roman" panose="02020603050405020304" pitchFamily="18" charset="0"/>
                <a:cs typeface="Times New Roman" panose="02020603050405020304" pitchFamily="18" charset="0"/>
              </a:rPr>
              <a:t>4</a:t>
            </a:r>
          </a:p>
        </p:txBody>
      </p:sp>
      <p:sp>
        <p:nvSpPr>
          <p:cNvPr id="6" name="object 14">
            <a:extLst>
              <a:ext uri="{FF2B5EF4-FFF2-40B4-BE49-F238E27FC236}">
                <a16:creationId xmlns:a16="http://schemas.microsoft.com/office/drawing/2014/main" xmlns="" id="{276CAC77-2953-B076-6E8E-8F9E9F43D341}"/>
              </a:ext>
            </a:extLst>
          </p:cNvPr>
          <p:cNvSpPr txBox="1"/>
          <p:nvPr/>
        </p:nvSpPr>
        <p:spPr>
          <a:xfrm>
            <a:off x="831568" y="9846070"/>
            <a:ext cx="3333115" cy="228268"/>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spcBef>
                <a:spcPts val="95"/>
              </a:spcBef>
            </a:pPr>
            <a:r>
              <a:rPr lang="en-US" sz="1400" b="1" spc="-5" dirty="0" err="1">
                <a:latin typeface="Times New Roman" panose="02020603050405020304" pitchFamily="18" charset="0"/>
                <a:cs typeface="Times New Roman" panose="02020603050405020304" pitchFamily="18" charset="0"/>
              </a:rPr>
              <a:t>Bogura</a:t>
            </a:r>
            <a:r>
              <a:rPr lang="en-US" sz="1400" b="1" spc="-5" dirty="0">
                <a:latin typeface="Times New Roman" panose="02020603050405020304" pitchFamily="18" charset="0"/>
                <a:cs typeface="Times New Roman" panose="02020603050405020304" pitchFamily="18" charset="0"/>
              </a:rPr>
              <a:t> Polytechnic Institute</a:t>
            </a:r>
            <a:endParaRPr lang="en-US" sz="14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xmlns="" id="{72EE507F-424B-CBE8-163E-73FD87C369AB}"/>
              </a:ext>
            </a:extLst>
          </p:cNvPr>
          <p:cNvPicPr>
            <a:picLocks noChangeAspect="1"/>
          </p:cNvPicPr>
          <p:nvPr/>
        </p:nvPicPr>
        <p:blipFill>
          <a:blip r:embed="rId12" cstate="print"/>
          <a:stretch>
            <a:fillRect/>
          </a:stretch>
        </p:blipFill>
        <p:spPr>
          <a:xfrm>
            <a:off x="3657600" y="9627518"/>
            <a:ext cx="659482" cy="659482"/>
          </a:xfrm>
          <a:prstGeom prst="rect">
            <a:avLst/>
          </a:prstGeom>
        </p:spPr>
      </p:pic>
      <p:sp>
        <p:nvSpPr>
          <p:cNvPr id="11" name="Date Placeholder 17">
            <a:extLst>
              <a:ext uri="{FF2B5EF4-FFF2-40B4-BE49-F238E27FC236}">
                <a16:creationId xmlns:a16="http://schemas.microsoft.com/office/drawing/2014/main" xmlns="" id="{1B1764BD-D9C5-F60B-F179-E98E4C8C1AC6}"/>
              </a:ext>
            </a:extLst>
          </p:cNvPr>
          <p:cNvSpPr>
            <a:spLocks noGrp="1"/>
          </p:cNvSpPr>
          <p:nvPr>
            <p:ph type="dt" sz="half" idx="10"/>
          </p:nvPr>
        </p:nvSpPr>
        <p:spPr>
          <a:xfrm>
            <a:off x="12115800" y="9633885"/>
            <a:ext cx="2914650" cy="365125"/>
          </a:xfrm>
        </p:spPr>
        <p:txBody>
          <a:bodyPr/>
          <a:lstStyle/>
          <a:p>
            <a:fld id="{ABF22844-196D-4EFA-A506-38085BB37A3A}" type="datetime2">
              <a:rPr lang="en-US" sz="1600" b="1" smtClean="0">
                <a:solidFill>
                  <a:schemeClr val="tx1"/>
                </a:solidFill>
                <a:latin typeface="Times New Roman" panose="02020603050405020304" pitchFamily="18" charset="0"/>
                <a:cs typeface="Times New Roman" panose="02020603050405020304" pitchFamily="18" charset="0"/>
              </a:rPr>
              <a:pPr/>
              <a:t>Sunday, December 28, 2025</a:t>
            </a:fld>
            <a:endParaRPr lang="en-US"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a:extLst>
            <a:ext uri="{FF2B5EF4-FFF2-40B4-BE49-F238E27FC236}">
              <a16:creationId xmlns:a16="http://schemas.microsoft.com/office/drawing/2014/main" xmlns="" id="{885F8BCE-2A2D-4B78-B13F-4D14F786833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xmlns="" id="{86AF79F1-0B56-3818-A057-052A6332240D}"/>
              </a:ext>
            </a:extLst>
          </p:cNvPr>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a:extLst>
              <a:ext uri="{FF2B5EF4-FFF2-40B4-BE49-F238E27FC236}">
                <a16:creationId xmlns:a16="http://schemas.microsoft.com/office/drawing/2014/main" xmlns="" id="{E36F9C06-1608-6087-8C72-CA411412EDFA}"/>
              </a:ext>
            </a:extLst>
          </p:cNvPr>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a:extLst>
              <a:ext uri="{FF2B5EF4-FFF2-40B4-BE49-F238E27FC236}">
                <a16:creationId xmlns:a16="http://schemas.microsoft.com/office/drawing/2014/main" xmlns="" id="{035FD5E1-3DBF-811F-4507-244DF1AE6891}"/>
              </a:ext>
            </a:extLst>
          </p:cNvPr>
          <p:cNvSpPr/>
          <p:nvPr/>
        </p:nvSpPr>
        <p:spPr>
          <a:xfrm flipH="1" flipV="1">
            <a:off x="-819150" y="-1605811"/>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 name="TextBox 5">
            <a:extLst>
              <a:ext uri="{FF2B5EF4-FFF2-40B4-BE49-F238E27FC236}">
                <a16:creationId xmlns:a16="http://schemas.microsoft.com/office/drawing/2014/main" xmlns="" id="{8725CD2E-5322-AB76-E5A3-76A9D7E26221}"/>
              </a:ext>
            </a:extLst>
          </p:cNvPr>
          <p:cNvSpPr txBox="1"/>
          <p:nvPr/>
        </p:nvSpPr>
        <p:spPr>
          <a:xfrm>
            <a:off x="3886200" y="-247069"/>
            <a:ext cx="12690042" cy="1641475"/>
          </a:xfrm>
          <a:prstGeom prst="rect">
            <a:avLst/>
          </a:prstGeom>
        </p:spPr>
        <p:txBody>
          <a:bodyPr wrap="square" lIns="0" tIns="0" rIns="0" bIns="0" rtlCol="0" anchor="t">
            <a:spAutoFit/>
          </a:bodyPr>
          <a:lstStyle/>
          <a:p>
            <a:pPr algn="ctr">
              <a:lnSpc>
                <a:spcPts val="12780"/>
              </a:lnSpc>
            </a:pPr>
            <a:r>
              <a:rPr lang="en-US" sz="9129" b="1" dirty="0">
                <a:solidFill>
                  <a:srgbClr val="0166C2"/>
                </a:solidFill>
                <a:latin typeface="Luktao Bold"/>
                <a:ea typeface="Luktao Bold"/>
                <a:cs typeface="Luktao Bold"/>
                <a:sym typeface="Luktao Bold"/>
              </a:rPr>
              <a:t>Hardware Component</a:t>
            </a:r>
          </a:p>
        </p:txBody>
      </p:sp>
      <p:sp>
        <p:nvSpPr>
          <p:cNvPr id="10" name="Freeform 10">
            <a:extLst>
              <a:ext uri="{FF2B5EF4-FFF2-40B4-BE49-F238E27FC236}">
                <a16:creationId xmlns:a16="http://schemas.microsoft.com/office/drawing/2014/main" xmlns="" id="{D860941F-8264-225C-FE55-31493A4CE815}"/>
              </a:ext>
            </a:extLst>
          </p:cNvPr>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1" name="Freeform 11">
            <a:extLst>
              <a:ext uri="{FF2B5EF4-FFF2-40B4-BE49-F238E27FC236}">
                <a16:creationId xmlns:a16="http://schemas.microsoft.com/office/drawing/2014/main" xmlns="" id="{F6D03BB6-B8A5-8DE1-EC3B-2DFF9D5E6A29}"/>
              </a:ext>
            </a:extLst>
          </p:cNvPr>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2" name="Freeform 12">
            <a:extLst>
              <a:ext uri="{FF2B5EF4-FFF2-40B4-BE49-F238E27FC236}">
                <a16:creationId xmlns:a16="http://schemas.microsoft.com/office/drawing/2014/main" xmlns="" id="{C2B31DB2-4778-C2B4-A533-2D314E60CFBB}"/>
              </a:ext>
            </a:extLst>
          </p:cNvPr>
          <p:cNvSpPr/>
          <p:nvPr/>
        </p:nvSpPr>
        <p:spPr>
          <a:xfrm>
            <a:off x="604698" y="650011"/>
            <a:ext cx="2690952" cy="1345476"/>
          </a:xfrm>
          <a:custGeom>
            <a:avLst/>
            <a:gdLst/>
            <a:ahLst/>
            <a:cxnLst/>
            <a:rect l="l" t="t" r="r" b="b"/>
            <a:pathLst>
              <a:path w="2690952" h="1345476">
                <a:moveTo>
                  <a:pt x="0" y="0"/>
                </a:moveTo>
                <a:lnTo>
                  <a:pt x="2690952" y="0"/>
                </a:lnTo>
                <a:lnTo>
                  <a:pt x="2690952" y="1345476"/>
                </a:lnTo>
                <a:lnTo>
                  <a:pt x="0" y="1345476"/>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14" name="TextBox 13">
            <a:extLst>
              <a:ext uri="{FF2B5EF4-FFF2-40B4-BE49-F238E27FC236}">
                <a16:creationId xmlns:a16="http://schemas.microsoft.com/office/drawing/2014/main" xmlns="" id="{E655BD79-7DDE-566E-34F2-70D8858A254B}"/>
              </a:ext>
            </a:extLst>
          </p:cNvPr>
          <p:cNvSpPr txBox="1"/>
          <p:nvPr/>
        </p:nvSpPr>
        <p:spPr>
          <a:xfrm>
            <a:off x="3936786" y="895937"/>
            <a:ext cx="5823378" cy="8202245"/>
          </a:xfrm>
          <a:prstGeom prst="rect">
            <a:avLst/>
          </a:prstGeom>
          <a:noFill/>
        </p:spPr>
        <p:txBody>
          <a:bodyPr wrap="square">
            <a:spAutoFit/>
          </a:bodyPr>
          <a:lstStyle/>
          <a:p>
            <a:pPr>
              <a:lnSpc>
                <a:spcPct val="200000"/>
              </a:lnSpc>
            </a:pPr>
            <a:r>
              <a:rPr lang="en-US" sz="3400" b="1" dirty="0">
                <a:latin typeface="Times New Roman" panose="02020603050405020304" pitchFamily="18" charset="0"/>
                <a:cs typeface="Times New Roman" panose="02020603050405020304" pitchFamily="18" charset="0"/>
              </a:rPr>
              <a:t>Transmitter Section</a:t>
            </a:r>
          </a:p>
          <a:p>
            <a:pPr marL="457200" indent="-457200" algn="just">
              <a:lnSpc>
                <a:spcPct val="150000"/>
              </a:lnSpc>
              <a:buFont typeface="Wingdings" panose="05000000000000000000" pitchFamily="2" charset="2"/>
              <a:buChar char="v"/>
            </a:pPr>
            <a:r>
              <a:rPr lang="en-US" sz="3400" dirty="0" err="1" smtClean="0">
                <a:latin typeface="Times New Roman" panose="02020603050405020304" pitchFamily="18" charset="0"/>
                <a:cs typeface="Times New Roman" panose="02020603050405020304" pitchFamily="18" charset="0"/>
              </a:rPr>
              <a:t>NodeMCU</a:t>
            </a:r>
            <a:r>
              <a:rPr lang="en-US" sz="3400" dirty="0" smtClean="0">
                <a:latin typeface="Times New Roman" panose="02020603050405020304" pitchFamily="18" charset="0"/>
                <a:cs typeface="Times New Roman" panose="02020603050405020304" pitchFamily="18" charset="0"/>
              </a:rPr>
              <a:t> ESP-32</a:t>
            </a:r>
            <a:endParaRPr lang="en-US" sz="3400" dirty="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NRF24L01</a:t>
            </a:r>
          </a:p>
          <a:p>
            <a:pPr marL="457200" indent="-457200" algn="just">
              <a:lnSpc>
                <a:spcPct val="15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Potentiometer</a:t>
            </a:r>
          </a:p>
          <a:p>
            <a:pPr marL="457200" indent="-457200" algn="just">
              <a:lnSpc>
                <a:spcPct val="15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Resistor</a:t>
            </a:r>
          </a:p>
          <a:p>
            <a:pPr marL="457200" indent="-457200" algn="just">
              <a:lnSpc>
                <a:spcPct val="15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Capacitor</a:t>
            </a:r>
          </a:p>
          <a:p>
            <a:pPr marL="457200" indent="-457200" algn="just">
              <a:lnSpc>
                <a:spcPct val="15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Mode </a:t>
            </a:r>
            <a:r>
              <a:rPr lang="en-US" sz="3400" dirty="0" smtClean="0">
                <a:latin typeface="Times New Roman" panose="02020603050405020304" pitchFamily="18" charset="0"/>
                <a:cs typeface="Times New Roman" panose="02020603050405020304" pitchFamily="18" charset="0"/>
              </a:rPr>
              <a:t>Changing </a:t>
            </a:r>
            <a:r>
              <a:rPr lang="en-US" sz="3400" dirty="0">
                <a:latin typeface="Times New Roman" panose="02020603050405020304" pitchFamily="18" charset="0"/>
                <a:cs typeface="Times New Roman" panose="02020603050405020304" pitchFamily="18" charset="0"/>
              </a:rPr>
              <a:t>Switch</a:t>
            </a:r>
          </a:p>
          <a:p>
            <a:pPr marL="457200" indent="-457200" algn="just">
              <a:lnSpc>
                <a:spcPct val="15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Buck Converter</a:t>
            </a:r>
          </a:p>
          <a:p>
            <a:pPr marL="457200" indent="-457200" algn="just">
              <a:lnSpc>
                <a:spcPct val="15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Buzzer</a:t>
            </a:r>
          </a:p>
          <a:p>
            <a:pPr marL="457200" indent="-457200" algn="just">
              <a:lnSpc>
                <a:spcPct val="150000"/>
              </a:lnSpc>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Power Switch</a:t>
            </a:r>
            <a:endParaRPr lang="en-US" sz="3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AAA26C55-3343-BEAD-F740-DEC3DE460906}"/>
              </a:ext>
            </a:extLst>
          </p:cNvPr>
          <p:cNvSpPr txBox="1"/>
          <p:nvPr/>
        </p:nvSpPr>
        <p:spPr>
          <a:xfrm>
            <a:off x="10269855" y="1000586"/>
            <a:ext cx="4636770" cy="7417415"/>
          </a:xfrm>
          <a:prstGeom prst="rect">
            <a:avLst/>
          </a:prstGeom>
          <a:noFill/>
        </p:spPr>
        <p:txBody>
          <a:bodyPr wrap="square">
            <a:spAutoFit/>
          </a:bodyPr>
          <a:lstStyle/>
          <a:p>
            <a:pPr algn="just">
              <a:lnSpc>
                <a:spcPct val="200000"/>
              </a:lnSpc>
            </a:pPr>
            <a:r>
              <a:rPr lang="en-US" sz="3400" b="1" dirty="0">
                <a:latin typeface="Times New Roman" panose="02020603050405020304" pitchFamily="18" charset="0"/>
                <a:cs typeface="Times New Roman" panose="02020603050405020304" pitchFamily="18" charset="0"/>
              </a:rPr>
              <a:t>Receiver Section</a:t>
            </a:r>
          </a:p>
          <a:p>
            <a:pPr marL="457200" indent="-457200" algn="just">
              <a:lnSpc>
                <a:spcPct val="150000"/>
              </a:lnSpc>
              <a:buFont typeface="Wingdings" panose="05000000000000000000" pitchFamily="2" charset="2"/>
              <a:buChar char="v"/>
            </a:pPr>
            <a:r>
              <a:rPr lang="en-US" sz="3400" dirty="0" err="1" smtClean="0">
                <a:latin typeface="Times New Roman" panose="02020603050405020304" pitchFamily="18" charset="0"/>
                <a:cs typeface="Times New Roman" panose="02020603050405020304" pitchFamily="18" charset="0"/>
              </a:rPr>
              <a:t>ATmega</a:t>
            </a:r>
            <a:r>
              <a:rPr lang="en-US" sz="3400" dirty="0" smtClean="0">
                <a:latin typeface="Times New Roman" panose="02020603050405020304" pitchFamily="18" charset="0"/>
                <a:cs typeface="Times New Roman" panose="02020603050405020304" pitchFamily="18" charset="0"/>
              </a:rPr>
              <a:t> </a:t>
            </a:r>
            <a:r>
              <a:rPr lang="en-US" sz="3400" dirty="0">
                <a:latin typeface="Times New Roman" panose="02020603050405020304" pitchFamily="18" charset="0"/>
                <a:cs typeface="Times New Roman" panose="02020603050405020304" pitchFamily="18" charset="0"/>
              </a:rPr>
              <a:t>328p</a:t>
            </a:r>
          </a:p>
          <a:p>
            <a:pPr marL="457200" indent="-457200" algn="just">
              <a:lnSpc>
                <a:spcPct val="15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Servo Motor</a:t>
            </a:r>
          </a:p>
          <a:p>
            <a:pPr marL="457200" indent="-457200" algn="just">
              <a:lnSpc>
                <a:spcPct val="15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Buck </a:t>
            </a:r>
            <a:r>
              <a:rPr lang="en-US" sz="3400" dirty="0" smtClean="0">
                <a:latin typeface="Times New Roman" panose="02020603050405020304" pitchFamily="18" charset="0"/>
                <a:cs typeface="Times New Roman" panose="02020603050405020304" pitchFamily="18" charset="0"/>
              </a:rPr>
              <a:t>Converter</a:t>
            </a:r>
          </a:p>
          <a:p>
            <a:pPr marL="457200" indent="-457200" algn="just">
              <a:lnSpc>
                <a:spcPct val="150000"/>
              </a:lnSpc>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NRF24L01</a:t>
            </a:r>
            <a:endParaRPr lang="en-US" sz="3400" dirty="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Cristal </a:t>
            </a:r>
            <a:r>
              <a:rPr lang="en-US" sz="3400" dirty="0" smtClean="0">
                <a:latin typeface="Times New Roman" panose="02020603050405020304" pitchFamily="18" charset="0"/>
                <a:cs typeface="Times New Roman" panose="02020603050405020304" pitchFamily="18" charset="0"/>
              </a:rPr>
              <a:t>Oscillator</a:t>
            </a:r>
            <a:endParaRPr lang="en-US" sz="3400" dirty="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Connecting Wires</a:t>
            </a:r>
          </a:p>
          <a:p>
            <a:pPr marL="457200" indent="-457200" algn="just">
              <a:lnSpc>
                <a:spcPct val="150000"/>
              </a:lnSpc>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Battery</a:t>
            </a:r>
            <a:endParaRPr lang="en-US" sz="3400" dirty="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Power Switch</a:t>
            </a:r>
            <a:endParaRPr lang="en-US" sz="3400" dirty="0">
              <a:latin typeface="Times New Roman" panose="02020603050405020304" pitchFamily="18" charset="0"/>
              <a:cs typeface="Times New Roman" panose="02020603050405020304" pitchFamily="18" charset="0"/>
            </a:endParaRPr>
          </a:p>
        </p:txBody>
      </p:sp>
      <p:sp>
        <p:nvSpPr>
          <p:cNvPr id="13" name="Plaque 12">
            <a:extLst>
              <a:ext uri="{FF2B5EF4-FFF2-40B4-BE49-F238E27FC236}">
                <a16:creationId xmlns:a16="http://schemas.microsoft.com/office/drawing/2014/main" xmlns="" id="{12191A3E-5305-9BD2-CB2D-91222976BFEA}"/>
              </a:ext>
            </a:extLst>
          </p:cNvPr>
          <p:cNvSpPr/>
          <p:nvPr/>
        </p:nvSpPr>
        <p:spPr>
          <a:xfrm>
            <a:off x="16471722" y="8725695"/>
            <a:ext cx="1219200" cy="1161202"/>
          </a:xfrm>
          <a:prstGeom prst="plaque">
            <a:avLst/>
          </a:prstGeom>
          <a:solidFill>
            <a:srgbClr val="CCFF99"/>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5400" b="1" dirty="0">
                <a:latin typeface="Times New Roman" panose="02020603050405020304" pitchFamily="18" charset="0"/>
                <a:cs typeface="Times New Roman" panose="02020603050405020304" pitchFamily="18" charset="0"/>
              </a:rPr>
              <a:t>5</a:t>
            </a:r>
          </a:p>
        </p:txBody>
      </p:sp>
      <p:sp>
        <p:nvSpPr>
          <p:cNvPr id="6" name="object 14">
            <a:extLst>
              <a:ext uri="{FF2B5EF4-FFF2-40B4-BE49-F238E27FC236}">
                <a16:creationId xmlns:a16="http://schemas.microsoft.com/office/drawing/2014/main" xmlns="" id="{EF2BD84D-0B1F-5321-935D-F278AEF177D8}"/>
              </a:ext>
            </a:extLst>
          </p:cNvPr>
          <p:cNvSpPr txBox="1"/>
          <p:nvPr/>
        </p:nvSpPr>
        <p:spPr>
          <a:xfrm>
            <a:off x="831568" y="9846070"/>
            <a:ext cx="3333115" cy="228268"/>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spcBef>
                <a:spcPts val="95"/>
              </a:spcBef>
            </a:pPr>
            <a:r>
              <a:rPr lang="en-US" sz="1400" b="1" spc="-5" dirty="0" err="1">
                <a:latin typeface="Times New Roman" panose="02020603050405020304" pitchFamily="18" charset="0"/>
                <a:cs typeface="Times New Roman" panose="02020603050405020304" pitchFamily="18" charset="0"/>
              </a:rPr>
              <a:t>Bogura</a:t>
            </a:r>
            <a:r>
              <a:rPr lang="en-US" sz="1400" b="1" spc="-5" dirty="0">
                <a:latin typeface="Times New Roman" panose="02020603050405020304" pitchFamily="18" charset="0"/>
                <a:cs typeface="Times New Roman" panose="02020603050405020304" pitchFamily="18" charset="0"/>
              </a:rPr>
              <a:t> Polytechnic Institute</a:t>
            </a:r>
            <a:endParaRPr lang="en-US" sz="1400" b="1"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xmlns="" id="{DFD51576-3B61-173D-1F0A-70725AD41239}"/>
              </a:ext>
            </a:extLst>
          </p:cNvPr>
          <p:cNvPicPr>
            <a:picLocks noChangeAspect="1"/>
          </p:cNvPicPr>
          <p:nvPr/>
        </p:nvPicPr>
        <p:blipFill>
          <a:blip r:embed="rId12" cstate="print"/>
          <a:stretch>
            <a:fillRect/>
          </a:stretch>
        </p:blipFill>
        <p:spPr>
          <a:xfrm>
            <a:off x="3657600" y="9627518"/>
            <a:ext cx="659482" cy="659482"/>
          </a:xfrm>
          <a:prstGeom prst="rect">
            <a:avLst/>
          </a:prstGeom>
        </p:spPr>
      </p:pic>
      <p:sp>
        <p:nvSpPr>
          <p:cNvPr id="16" name="Date Placeholder 17">
            <a:extLst>
              <a:ext uri="{FF2B5EF4-FFF2-40B4-BE49-F238E27FC236}">
                <a16:creationId xmlns:a16="http://schemas.microsoft.com/office/drawing/2014/main" xmlns="" id="{A39B008E-7AB9-F4C7-8A4E-43AD65F2B1A2}"/>
              </a:ext>
            </a:extLst>
          </p:cNvPr>
          <p:cNvSpPr>
            <a:spLocks noGrp="1"/>
          </p:cNvSpPr>
          <p:nvPr>
            <p:ph type="dt" sz="half" idx="10"/>
          </p:nvPr>
        </p:nvSpPr>
        <p:spPr>
          <a:xfrm>
            <a:off x="12115800" y="9633885"/>
            <a:ext cx="2914650" cy="365125"/>
          </a:xfrm>
        </p:spPr>
        <p:txBody>
          <a:bodyPr/>
          <a:lstStyle/>
          <a:p>
            <a:fld id="{ABF22844-196D-4EFA-A506-38085BB37A3A}" type="datetime2">
              <a:rPr lang="en-US" sz="1600" b="1" smtClean="0">
                <a:solidFill>
                  <a:schemeClr val="tx1"/>
                </a:solidFill>
                <a:latin typeface="Times New Roman" panose="02020603050405020304" pitchFamily="18" charset="0"/>
                <a:cs typeface="Times New Roman" panose="02020603050405020304" pitchFamily="18" charset="0"/>
              </a:rPr>
              <a:pPr/>
              <a:t>Sunday, December 28, 2025</a:t>
            </a:fld>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5934255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Freeform 2"/>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flipH="1" flipV="1">
            <a:off x="-1676400" y="-201930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TextBox 6"/>
          <p:cNvSpPr txBox="1"/>
          <p:nvPr/>
        </p:nvSpPr>
        <p:spPr>
          <a:xfrm>
            <a:off x="4348750" y="-177150"/>
            <a:ext cx="9987683" cy="1641475"/>
          </a:xfrm>
          <a:prstGeom prst="rect">
            <a:avLst/>
          </a:prstGeom>
        </p:spPr>
        <p:txBody>
          <a:bodyPr lIns="0" tIns="0" rIns="0" bIns="0" rtlCol="0" anchor="t">
            <a:spAutoFit/>
          </a:bodyPr>
          <a:lstStyle/>
          <a:p>
            <a:pPr algn="ctr">
              <a:lnSpc>
                <a:spcPts val="12780"/>
              </a:lnSpc>
            </a:pPr>
            <a:r>
              <a:rPr lang="en-US" sz="9129" b="1" dirty="0" err="1" smtClean="0">
                <a:solidFill>
                  <a:srgbClr val="0166C2"/>
                </a:solidFill>
                <a:latin typeface="Luktao Bold"/>
                <a:ea typeface="Luktao Bold"/>
                <a:cs typeface="Luktao Bold"/>
                <a:sym typeface="Luktao Bold"/>
              </a:rPr>
              <a:t>NodeMCU</a:t>
            </a:r>
            <a:r>
              <a:rPr lang="en-US" sz="9129" b="1" dirty="0" smtClean="0">
                <a:solidFill>
                  <a:srgbClr val="0166C2"/>
                </a:solidFill>
                <a:latin typeface="Luktao Bold"/>
                <a:ea typeface="Luktao Bold"/>
                <a:cs typeface="Luktao Bold"/>
                <a:sym typeface="Luktao Bold"/>
              </a:rPr>
              <a:t> ESP-32</a:t>
            </a:r>
            <a:endParaRPr lang="en-US" sz="9129" b="1" dirty="0">
              <a:solidFill>
                <a:srgbClr val="0166C2"/>
              </a:solidFill>
              <a:latin typeface="Luktao Bold"/>
              <a:ea typeface="Luktao Bold"/>
              <a:cs typeface="Luktao Bold"/>
              <a:sym typeface="Luktao Bold"/>
            </a:endParaRPr>
          </a:p>
        </p:txBody>
      </p:sp>
      <p:sp>
        <p:nvSpPr>
          <p:cNvPr id="11" name="Freeform 11"/>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7" name="Plaque 16">
            <a:extLst>
              <a:ext uri="{FF2B5EF4-FFF2-40B4-BE49-F238E27FC236}">
                <a16:creationId xmlns:a16="http://schemas.microsoft.com/office/drawing/2014/main" xmlns="" id="{8F0718C1-D297-E9A7-D8F0-D675F968C9F7}"/>
              </a:ext>
            </a:extLst>
          </p:cNvPr>
          <p:cNvSpPr/>
          <p:nvPr/>
        </p:nvSpPr>
        <p:spPr>
          <a:xfrm>
            <a:off x="16471722" y="8725695"/>
            <a:ext cx="1219200" cy="1161202"/>
          </a:xfrm>
          <a:prstGeom prst="plaque">
            <a:avLst/>
          </a:prstGeom>
          <a:solidFill>
            <a:srgbClr val="CCFF99"/>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5400" b="1" dirty="0">
                <a:latin typeface="Times New Roman" panose="02020603050405020304" pitchFamily="18" charset="0"/>
                <a:cs typeface="Times New Roman" panose="02020603050405020304" pitchFamily="18" charset="0"/>
              </a:rPr>
              <a:t>6</a:t>
            </a:r>
          </a:p>
        </p:txBody>
      </p:sp>
      <p:sp>
        <p:nvSpPr>
          <p:cNvPr id="7" name="TextBox 6">
            <a:extLst>
              <a:ext uri="{FF2B5EF4-FFF2-40B4-BE49-F238E27FC236}">
                <a16:creationId xmlns:a16="http://schemas.microsoft.com/office/drawing/2014/main" xmlns="" id="{BE417434-9B44-88D7-EEAD-5D506732919A}"/>
              </a:ext>
            </a:extLst>
          </p:cNvPr>
          <p:cNvSpPr txBox="1"/>
          <p:nvPr/>
        </p:nvSpPr>
        <p:spPr>
          <a:xfrm>
            <a:off x="304800" y="1028700"/>
            <a:ext cx="17600507" cy="8710077"/>
          </a:xfrm>
          <a:prstGeom prst="rect">
            <a:avLst/>
          </a:prstGeom>
          <a:noFill/>
        </p:spPr>
        <p:txBody>
          <a:bodyPr wrap="square">
            <a:spAutoFit/>
          </a:bodyPr>
          <a:lstStyle/>
          <a:p>
            <a:pPr algn="just">
              <a:lnSpc>
                <a:spcPct val="200000"/>
              </a:lnSpc>
            </a:pPr>
            <a:r>
              <a:rPr lang="en-US" sz="2800" dirty="0" err="1">
                <a:latin typeface="Times New Roman" panose="02020603050405020304" pitchFamily="18" charset="0"/>
                <a:ea typeface="Calibri" panose="020F0502020204030204" pitchFamily="34" charset="0"/>
              </a:rPr>
              <a:t>NodeMCU</a:t>
            </a:r>
            <a:r>
              <a:rPr lang="en-US" sz="2800" dirty="0">
                <a:latin typeface="Times New Roman" panose="02020603050405020304" pitchFamily="18" charset="0"/>
                <a:ea typeface="Calibri" panose="020F0502020204030204" pitchFamily="34" charset="0"/>
              </a:rPr>
              <a:t> is a low-cost, open-source IoT platform based on the ESP8266 Wi-Fi module. It allows easy programming with Arduino IDE and supports wireless communication for smart applications.</a:t>
            </a:r>
          </a:p>
          <a:p>
            <a:pPr algn="just">
              <a:lnSpc>
                <a:spcPct val="200000"/>
              </a:lnSpc>
            </a:pPr>
            <a:r>
              <a:rPr lang="en-US" sz="2800" b="1" dirty="0">
                <a:latin typeface="Times New Roman" panose="02020603050405020304" pitchFamily="18" charset="0"/>
              </a:rPr>
              <a:t>Specification</a:t>
            </a:r>
          </a:p>
          <a:p>
            <a:pPr marL="457200" indent="-457200" algn="just">
              <a:lnSpc>
                <a:spcPct val="200000"/>
              </a:lnSpc>
              <a:buFont typeface="Wingdings" panose="05000000000000000000" pitchFamily="2" charset="2"/>
              <a:buChar char="v"/>
            </a:pPr>
            <a:r>
              <a:rPr lang="en-US" sz="2800" dirty="0">
                <a:latin typeface="Times New Roman" panose="02020603050405020304" pitchFamily="18" charset="0"/>
              </a:rPr>
              <a:t>Microcontroller	</a:t>
            </a:r>
            <a:r>
              <a:rPr lang="en-US" sz="2800" dirty="0" smtClean="0">
                <a:latin typeface="Times New Roman" panose="02020603050405020304" pitchFamily="18" charset="0"/>
              </a:rPr>
              <a:t>	: ESP-32 </a:t>
            </a:r>
            <a:r>
              <a:rPr lang="en-US" sz="2800" dirty="0">
                <a:latin typeface="Times New Roman" panose="02020603050405020304" pitchFamily="18" charset="0"/>
              </a:rPr>
              <a:t>(</a:t>
            </a:r>
            <a:r>
              <a:rPr lang="en-US" sz="2800" dirty="0" smtClean="0">
                <a:latin typeface="Times New Roman" panose="02020603050405020304" pitchFamily="18" charset="0"/>
              </a:rPr>
              <a:t>32-bit, Dual-Core CPU)</a:t>
            </a:r>
            <a:endParaRPr lang="en-US" sz="2800" dirty="0">
              <a:latin typeface="Times New Roman" panose="02020603050405020304" pitchFamily="18" charset="0"/>
            </a:endParaRPr>
          </a:p>
          <a:p>
            <a:pPr marL="457200" indent="-457200" algn="just">
              <a:lnSpc>
                <a:spcPct val="200000"/>
              </a:lnSpc>
              <a:buFont typeface="Wingdings" panose="05000000000000000000" pitchFamily="2" charset="2"/>
              <a:buChar char="v"/>
            </a:pPr>
            <a:r>
              <a:rPr lang="en-US" sz="2800" dirty="0">
                <a:latin typeface="Times New Roman" panose="02020603050405020304" pitchFamily="18" charset="0"/>
              </a:rPr>
              <a:t>Operating Voltage	: </a:t>
            </a:r>
            <a:r>
              <a:rPr lang="en-US" sz="2800" dirty="0" smtClean="0">
                <a:latin typeface="Times New Roman" panose="02020603050405020304" pitchFamily="18" charset="0"/>
              </a:rPr>
              <a:t>3.3V</a:t>
            </a:r>
          </a:p>
          <a:p>
            <a:pPr marL="457200" indent="-457200" algn="just">
              <a:lnSpc>
                <a:spcPct val="200000"/>
              </a:lnSpc>
              <a:buFont typeface="Wingdings" panose="05000000000000000000" pitchFamily="2" charset="2"/>
              <a:buChar char="v"/>
            </a:pPr>
            <a:r>
              <a:rPr lang="en-US" sz="2800" dirty="0" smtClean="0">
                <a:latin typeface="Times New Roman" panose="02020603050405020304" pitchFamily="18" charset="0"/>
              </a:rPr>
              <a:t>Clock Speed 		: </a:t>
            </a:r>
            <a:r>
              <a:rPr lang="en-US" sz="2800" b="1" dirty="0" smtClean="0"/>
              <a:t>240 </a:t>
            </a:r>
            <a:r>
              <a:rPr lang="en-US" sz="2800" b="1" dirty="0" smtClean="0"/>
              <a:t>MHz</a:t>
            </a:r>
            <a:endParaRPr lang="en-US" sz="2800" dirty="0">
              <a:latin typeface="Times New Roman" panose="02020603050405020304" pitchFamily="18" charset="0"/>
            </a:endParaRPr>
          </a:p>
          <a:p>
            <a:pPr marL="457200" indent="-457200" algn="just">
              <a:lnSpc>
                <a:spcPct val="200000"/>
              </a:lnSpc>
              <a:buFont typeface="Wingdings" panose="05000000000000000000" pitchFamily="2" charset="2"/>
              <a:buChar char="v"/>
            </a:pPr>
            <a:r>
              <a:rPr lang="en-US" sz="2800" dirty="0">
                <a:latin typeface="Times New Roman" panose="02020603050405020304" pitchFamily="18" charset="0"/>
              </a:rPr>
              <a:t>Flash Memory	</a:t>
            </a:r>
            <a:r>
              <a:rPr lang="en-US" sz="2800" dirty="0" smtClean="0">
                <a:latin typeface="Times New Roman" panose="02020603050405020304" pitchFamily="18" charset="0"/>
              </a:rPr>
              <a:t>	: </a:t>
            </a:r>
            <a:r>
              <a:rPr lang="en-US" sz="2800" dirty="0">
                <a:latin typeface="Times New Roman" panose="02020603050405020304" pitchFamily="18" charset="0"/>
              </a:rPr>
              <a:t>4MB</a:t>
            </a:r>
          </a:p>
          <a:p>
            <a:pPr marL="457200" indent="-457200" algn="just">
              <a:lnSpc>
                <a:spcPct val="200000"/>
              </a:lnSpc>
              <a:buFont typeface="Wingdings" panose="05000000000000000000" pitchFamily="2" charset="2"/>
              <a:buChar char="v"/>
            </a:pPr>
            <a:r>
              <a:rPr lang="en-US" sz="2800" dirty="0">
                <a:latin typeface="Times New Roman" panose="02020603050405020304" pitchFamily="18" charset="0"/>
              </a:rPr>
              <a:t>Wi-Fi			: 802.11 b/g/n with built-in TCP/IP </a:t>
            </a:r>
            <a:r>
              <a:rPr lang="en-US" sz="2800" dirty="0" smtClean="0">
                <a:latin typeface="Times New Roman" panose="02020603050405020304" pitchFamily="18" charset="0"/>
              </a:rPr>
              <a:t>stack</a:t>
            </a:r>
          </a:p>
          <a:p>
            <a:pPr marL="457200" indent="-457200" algn="just">
              <a:lnSpc>
                <a:spcPct val="200000"/>
              </a:lnSpc>
              <a:buFont typeface="Wingdings" panose="05000000000000000000" pitchFamily="2" charset="2"/>
              <a:buChar char="v"/>
            </a:pPr>
            <a:r>
              <a:rPr lang="en-US" sz="2800" dirty="0" smtClean="0"/>
              <a:t>Bluetooth 		: V4.2 </a:t>
            </a:r>
            <a:r>
              <a:rPr lang="en-US" sz="2800" dirty="0" smtClean="0"/>
              <a:t>(Classic + BLE)</a:t>
            </a:r>
            <a:endParaRPr lang="en-US" sz="2800" dirty="0">
              <a:latin typeface="Times New Roman" panose="02020603050405020304" pitchFamily="18" charset="0"/>
            </a:endParaRPr>
          </a:p>
          <a:p>
            <a:pPr marL="457200" indent="-457200" algn="just">
              <a:lnSpc>
                <a:spcPct val="200000"/>
              </a:lnSpc>
              <a:buFont typeface="Wingdings" panose="05000000000000000000" pitchFamily="2" charset="2"/>
              <a:buChar char="v"/>
            </a:pPr>
            <a:r>
              <a:rPr lang="en-US" sz="2800" dirty="0">
                <a:latin typeface="Times New Roman" panose="02020603050405020304" pitchFamily="18" charset="0"/>
              </a:rPr>
              <a:t>GPIO Pins		: </a:t>
            </a:r>
            <a:r>
              <a:rPr lang="en-US" sz="2800" dirty="0" smtClean="0">
                <a:latin typeface="Times New Roman" panose="02020603050405020304" pitchFamily="18" charset="0"/>
              </a:rPr>
              <a:t>34 </a:t>
            </a:r>
            <a:r>
              <a:rPr lang="en-US" sz="2800" dirty="0">
                <a:latin typeface="Times New Roman" panose="02020603050405020304" pitchFamily="18" charset="0"/>
              </a:rPr>
              <a:t>digital I/O, </a:t>
            </a:r>
            <a:r>
              <a:rPr lang="en-US" sz="2800" dirty="0" smtClean="0">
                <a:latin typeface="Times New Roman" panose="02020603050405020304" pitchFamily="18" charset="0"/>
              </a:rPr>
              <a:t>18 ADC (12bit)</a:t>
            </a:r>
            <a:endParaRPr lang="en-US" sz="2800" dirty="0"/>
          </a:p>
        </p:txBody>
      </p:sp>
      <p:pic>
        <p:nvPicPr>
          <p:cNvPr id="8" name="Picture 7">
            <a:extLst>
              <a:ext uri="{FF2B5EF4-FFF2-40B4-BE49-F238E27FC236}">
                <a16:creationId xmlns:a16="http://schemas.microsoft.com/office/drawing/2014/main" xmlns="" id="{E0A9C2E8-63FD-0B62-1014-5BFF2F104B98}"/>
              </a:ext>
            </a:extLst>
          </p:cNvPr>
          <p:cNvPicPr>
            <a:picLocks noChangeAspect="1"/>
          </p:cNvPicPr>
          <p:nvPr/>
        </p:nvPicPr>
        <p:blipFill>
          <a:blip r:embed="rId10"/>
          <a:stretch>
            <a:fillRect/>
          </a:stretch>
        </p:blipFill>
        <p:spPr>
          <a:xfrm rot="593150">
            <a:off x="10217869" y="2102570"/>
            <a:ext cx="6892090" cy="6892090"/>
          </a:xfrm>
          <a:prstGeom prst="rect">
            <a:avLst/>
          </a:prstGeom>
        </p:spPr>
      </p:pic>
      <p:sp>
        <p:nvSpPr>
          <p:cNvPr id="9" name="object 14">
            <a:extLst>
              <a:ext uri="{FF2B5EF4-FFF2-40B4-BE49-F238E27FC236}">
                <a16:creationId xmlns:a16="http://schemas.microsoft.com/office/drawing/2014/main" xmlns="" id="{344E9C7D-58FC-0AFD-8268-C0591941B562}"/>
              </a:ext>
            </a:extLst>
          </p:cNvPr>
          <p:cNvSpPr txBox="1"/>
          <p:nvPr/>
        </p:nvSpPr>
        <p:spPr>
          <a:xfrm>
            <a:off x="831568" y="9846070"/>
            <a:ext cx="3333115" cy="228268"/>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spcBef>
                <a:spcPts val="95"/>
              </a:spcBef>
            </a:pPr>
            <a:r>
              <a:rPr lang="en-US" sz="1400" b="1" spc="-5" dirty="0" err="1">
                <a:latin typeface="Times New Roman" panose="02020603050405020304" pitchFamily="18" charset="0"/>
                <a:cs typeface="Times New Roman" panose="02020603050405020304" pitchFamily="18" charset="0"/>
              </a:rPr>
              <a:t>Bogura</a:t>
            </a:r>
            <a:r>
              <a:rPr lang="en-US" sz="1400" b="1" spc="-5" dirty="0">
                <a:latin typeface="Times New Roman" panose="02020603050405020304" pitchFamily="18" charset="0"/>
                <a:cs typeface="Times New Roman" panose="02020603050405020304" pitchFamily="18" charset="0"/>
              </a:rPr>
              <a:t> Polytechnic Institute</a:t>
            </a:r>
            <a:endParaRPr lang="en-US" sz="1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xmlns="" id="{AD2BB2C1-7BAC-C963-8B57-CD8298BC7023}"/>
              </a:ext>
            </a:extLst>
          </p:cNvPr>
          <p:cNvPicPr>
            <a:picLocks noChangeAspect="1"/>
          </p:cNvPicPr>
          <p:nvPr/>
        </p:nvPicPr>
        <p:blipFill>
          <a:blip r:embed="rId11" cstate="print"/>
          <a:stretch>
            <a:fillRect/>
          </a:stretch>
        </p:blipFill>
        <p:spPr>
          <a:xfrm>
            <a:off x="3657600" y="9627518"/>
            <a:ext cx="659482" cy="659482"/>
          </a:xfrm>
          <a:prstGeom prst="rect">
            <a:avLst/>
          </a:prstGeom>
        </p:spPr>
      </p:pic>
      <p:sp>
        <p:nvSpPr>
          <p:cNvPr id="12" name="Date Placeholder 17">
            <a:extLst>
              <a:ext uri="{FF2B5EF4-FFF2-40B4-BE49-F238E27FC236}">
                <a16:creationId xmlns:a16="http://schemas.microsoft.com/office/drawing/2014/main" xmlns="" id="{E1DAE1FF-3FFD-C367-5F89-F82032F6201F}"/>
              </a:ext>
            </a:extLst>
          </p:cNvPr>
          <p:cNvSpPr>
            <a:spLocks noGrp="1"/>
          </p:cNvSpPr>
          <p:nvPr>
            <p:ph type="dt" sz="half" idx="10"/>
          </p:nvPr>
        </p:nvSpPr>
        <p:spPr>
          <a:xfrm>
            <a:off x="12115800" y="9633885"/>
            <a:ext cx="2914650" cy="365125"/>
          </a:xfrm>
        </p:spPr>
        <p:txBody>
          <a:bodyPr/>
          <a:lstStyle/>
          <a:p>
            <a:fld id="{ABF22844-196D-4EFA-A506-38085BB37A3A}" type="datetime2">
              <a:rPr lang="en-US" sz="1600" b="1" smtClean="0">
                <a:solidFill>
                  <a:schemeClr val="tx1"/>
                </a:solidFill>
                <a:latin typeface="Times New Roman" panose="02020603050405020304" pitchFamily="18" charset="0"/>
                <a:cs typeface="Times New Roman" panose="02020603050405020304" pitchFamily="18" charset="0"/>
              </a:rPr>
              <a:pPr/>
              <a:t>Sunday, December 28, 2025</a:t>
            </a:fld>
            <a:endParaRPr lang="en-US"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a:extLst>
            <a:ext uri="{FF2B5EF4-FFF2-40B4-BE49-F238E27FC236}">
              <a16:creationId xmlns:a16="http://schemas.microsoft.com/office/drawing/2014/main" xmlns="" id="{36B0B2A1-DA5C-8EAB-EF33-D6C6BD0CEA2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xmlns="" id="{3D4C1532-41B3-BFD2-1887-FB31F84AFB91}"/>
              </a:ext>
            </a:extLst>
          </p:cNvPr>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a:extLst>
              <a:ext uri="{FF2B5EF4-FFF2-40B4-BE49-F238E27FC236}">
                <a16:creationId xmlns:a16="http://schemas.microsoft.com/office/drawing/2014/main" xmlns="" id="{3F96E247-3244-0F08-4886-FC3B281E3FE9}"/>
              </a:ext>
            </a:extLst>
          </p:cNvPr>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a:extLst>
              <a:ext uri="{FF2B5EF4-FFF2-40B4-BE49-F238E27FC236}">
                <a16:creationId xmlns:a16="http://schemas.microsoft.com/office/drawing/2014/main" xmlns="" id="{C0B9BB62-A204-C902-E619-35E1381A7E06}"/>
              </a:ext>
            </a:extLst>
          </p:cNvPr>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a:extLst>
              <a:ext uri="{FF2B5EF4-FFF2-40B4-BE49-F238E27FC236}">
                <a16:creationId xmlns:a16="http://schemas.microsoft.com/office/drawing/2014/main" xmlns="" id="{7A72579C-6F66-7504-3DA9-C13F6A4693F3}"/>
              </a:ext>
            </a:extLst>
          </p:cNvPr>
          <p:cNvSpPr/>
          <p:nvPr/>
        </p:nvSpPr>
        <p:spPr>
          <a:xfrm flipH="1" flipV="1">
            <a:off x="-1676400" y="-201930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TextBox 6">
            <a:extLst>
              <a:ext uri="{FF2B5EF4-FFF2-40B4-BE49-F238E27FC236}">
                <a16:creationId xmlns:a16="http://schemas.microsoft.com/office/drawing/2014/main" xmlns="" id="{B180FD66-A842-8210-6B22-44B53DD6D86C}"/>
              </a:ext>
            </a:extLst>
          </p:cNvPr>
          <p:cNvSpPr txBox="1"/>
          <p:nvPr/>
        </p:nvSpPr>
        <p:spPr>
          <a:xfrm>
            <a:off x="4348750" y="-177150"/>
            <a:ext cx="9987683" cy="1641475"/>
          </a:xfrm>
          <a:prstGeom prst="rect">
            <a:avLst/>
          </a:prstGeom>
        </p:spPr>
        <p:txBody>
          <a:bodyPr lIns="0" tIns="0" rIns="0" bIns="0" rtlCol="0" anchor="t">
            <a:spAutoFit/>
          </a:bodyPr>
          <a:lstStyle/>
          <a:p>
            <a:pPr algn="ctr">
              <a:lnSpc>
                <a:spcPts val="12780"/>
              </a:lnSpc>
            </a:pPr>
            <a:r>
              <a:rPr lang="en-US" sz="9129" b="1" dirty="0" err="1">
                <a:solidFill>
                  <a:srgbClr val="0166C2"/>
                </a:solidFill>
                <a:latin typeface="Luktao Bold"/>
                <a:ea typeface="Luktao Bold"/>
                <a:cs typeface="Luktao Bold"/>
                <a:sym typeface="Luktao Bold"/>
              </a:rPr>
              <a:t>Atmega</a:t>
            </a:r>
            <a:r>
              <a:rPr lang="en-US" sz="9129" b="1" dirty="0">
                <a:solidFill>
                  <a:srgbClr val="0166C2"/>
                </a:solidFill>
                <a:latin typeface="Luktao Bold"/>
                <a:ea typeface="Luktao Bold"/>
                <a:cs typeface="Luktao Bold"/>
                <a:sym typeface="Luktao Bold"/>
              </a:rPr>
              <a:t> 328p</a:t>
            </a:r>
          </a:p>
        </p:txBody>
      </p:sp>
      <p:sp>
        <p:nvSpPr>
          <p:cNvPr id="11" name="Freeform 11">
            <a:extLst>
              <a:ext uri="{FF2B5EF4-FFF2-40B4-BE49-F238E27FC236}">
                <a16:creationId xmlns:a16="http://schemas.microsoft.com/office/drawing/2014/main" xmlns="" id="{1E1C4A0E-1EA8-8768-C119-169B41811D8F}"/>
              </a:ext>
            </a:extLst>
          </p:cNvPr>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7" name="Plaque 16">
            <a:extLst>
              <a:ext uri="{FF2B5EF4-FFF2-40B4-BE49-F238E27FC236}">
                <a16:creationId xmlns:a16="http://schemas.microsoft.com/office/drawing/2014/main" xmlns="" id="{B9F34487-DC72-18AD-23F1-7FF9F4C3789E}"/>
              </a:ext>
            </a:extLst>
          </p:cNvPr>
          <p:cNvSpPr/>
          <p:nvPr/>
        </p:nvSpPr>
        <p:spPr>
          <a:xfrm>
            <a:off x="16471722" y="8725695"/>
            <a:ext cx="1219200" cy="1161202"/>
          </a:xfrm>
          <a:prstGeom prst="plaque">
            <a:avLst/>
          </a:prstGeom>
          <a:solidFill>
            <a:srgbClr val="CCFF99"/>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5400" b="1" dirty="0">
                <a:latin typeface="Times New Roman" panose="02020603050405020304" pitchFamily="18" charset="0"/>
                <a:cs typeface="Times New Roman" panose="02020603050405020304" pitchFamily="18" charset="0"/>
              </a:rPr>
              <a:t>7</a:t>
            </a:r>
          </a:p>
        </p:txBody>
      </p:sp>
      <p:sp>
        <p:nvSpPr>
          <p:cNvPr id="7" name="TextBox 6">
            <a:extLst>
              <a:ext uri="{FF2B5EF4-FFF2-40B4-BE49-F238E27FC236}">
                <a16:creationId xmlns:a16="http://schemas.microsoft.com/office/drawing/2014/main" xmlns="" id="{B3820439-3CB8-84CF-BE5E-0721AC7D20B2}"/>
              </a:ext>
            </a:extLst>
          </p:cNvPr>
          <p:cNvSpPr txBox="1"/>
          <p:nvPr/>
        </p:nvSpPr>
        <p:spPr>
          <a:xfrm>
            <a:off x="300685" y="1235126"/>
            <a:ext cx="17600507" cy="7971413"/>
          </a:xfrm>
          <a:prstGeom prst="rect">
            <a:avLst/>
          </a:prstGeom>
          <a:noFill/>
        </p:spPr>
        <p:txBody>
          <a:bodyPr wrap="square">
            <a:spAutoFit/>
          </a:bodyPr>
          <a:lstStyle/>
          <a:p>
            <a:pPr algn="just">
              <a:lnSpc>
                <a:spcPct val="200000"/>
              </a:lnSpc>
            </a:pPr>
            <a:r>
              <a:rPr lang="en-US" sz="3200" dirty="0">
                <a:latin typeface="Times New Roman" panose="02020603050405020304" pitchFamily="18" charset="0"/>
                <a:ea typeface="Calibri" panose="020F0502020204030204" pitchFamily="34" charset="0"/>
              </a:rPr>
              <a:t>The ATmega328P is a low-power 8-bit microcontroller widely used in embedded and IoT applications. It efficiently controls sensors, actuators, and communication modules and is easy to program, making it suitable for real-time control systems.</a:t>
            </a:r>
          </a:p>
          <a:p>
            <a:pPr algn="just">
              <a:lnSpc>
                <a:spcPct val="200000"/>
              </a:lnSpc>
            </a:pPr>
            <a:r>
              <a:rPr lang="en-US" sz="3200" b="1" dirty="0">
                <a:latin typeface="Times New Roman" panose="02020603050405020304" pitchFamily="18" charset="0"/>
              </a:rPr>
              <a:t>Specification</a:t>
            </a:r>
          </a:p>
          <a:p>
            <a:pPr marL="457200" indent="-457200" algn="just">
              <a:lnSpc>
                <a:spcPct val="200000"/>
              </a:lnSpc>
              <a:buFont typeface="Wingdings" panose="05000000000000000000" pitchFamily="2" charset="2"/>
              <a:buChar char="v"/>
            </a:pPr>
            <a:r>
              <a:rPr lang="en-US" sz="3200" dirty="0">
                <a:latin typeface="Times New Roman" panose="02020603050405020304" pitchFamily="18" charset="0"/>
              </a:rPr>
              <a:t>Microcontroller  : ATmega328P (8-bit AVR RISC)</a:t>
            </a:r>
          </a:p>
          <a:p>
            <a:pPr marL="457200" indent="-457200" algn="just">
              <a:lnSpc>
                <a:spcPct val="200000"/>
              </a:lnSpc>
              <a:buFont typeface="Wingdings" panose="05000000000000000000" pitchFamily="2" charset="2"/>
              <a:buChar char="v"/>
            </a:pPr>
            <a:r>
              <a:rPr lang="en-US" sz="3200" dirty="0">
                <a:latin typeface="Times New Roman" panose="02020603050405020304" pitchFamily="18" charset="0"/>
              </a:rPr>
              <a:t>Operating Voltage : 5V</a:t>
            </a:r>
          </a:p>
          <a:p>
            <a:pPr marL="457200" indent="-457200" algn="just">
              <a:lnSpc>
                <a:spcPct val="200000"/>
              </a:lnSpc>
              <a:buFont typeface="Wingdings" panose="05000000000000000000" pitchFamily="2" charset="2"/>
              <a:buChar char="v"/>
            </a:pPr>
            <a:r>
              <a:rPr lang="en-US" sz="3200" dirty="0">
                <a:latin typeface="Times New Roman" panose="02020603050405020304" pitchFamily="18" charset="0"/>
              </a:rPr>
              <a:t>Clock Frequency   : 16 MHz</a:t>
            </a:r>
          </a:p>
          <a:p>
            <a:pPr marL="457200" indent="-457200" algn="just">
              <a:lnSpc>
                <a:spcPct val="200000"/>
              </a:lnSpc>
              <a:buFont typeface="Wingdings" panose="05000000000000000000" pitchFamily="2" charset="2"/>
              <a:buChar char="v"/>
            </a:pPr>
            <a:r>
              <a:rPr lang="en-US" sz="3200" dirty="0">
                <a:latin typeface="Times New Roman" panose="02020603050405020304" pitchFamily="18" charset="0"/>
              </a:rPr>
              <a:t>GPIO Pins    : </a:t>
            </a:r>
            <a:r>
              <a:rPr lang="en-US" sz="3200" dirty="0" smtClean="0">
                <a:latin typeface="Times New Roman" panose="02020603050405020304" pitchFamily="18" charset="0"/>
              </a:rPr>
              <a:t>20 </a:t>
            </a:r>
            <a:r>
              <a:rPr lang="en-US" sz="3200" dirty="0">
                <a:latin typeface="Times New Roman" panose="02020603050405020304" pitchFamily="18" charset="0"/>
              </a:rPr>
              <a:t>programmable I/O pins</a:t>
            </a:r>
            <a:endParaRPr lang="en-US" sz="3200" dirty="0"/>
          </a:p>
        </p:txBody>
      </p:sp>
      <p:pic>
        <p:nvPicPr>
          <p:cNvPr id="12" name="Picture 11" descr="A close-up of a microchip&#10;&#10;AI-generated content may be incorrect.">
            <a:extLst>
              <a:ext uri="{FF2B5EF4-FFF2-40B4-BE49-F238E27FC236}">
                <a16:creationId xmlns:a16="http://schemas.microsoft.com/office/drawing/2014/main" xmlns="" id="{7158AC39-04A7-D983-12C4-7B5C572B0F93}"/>
              </a:ext>
            </a:extLst>
          </p:cNvPr>
          <p:cNvPicPr>
            <a:picLocks noChangeAspect="1"/>
          </p:cNvPicPr>
          <p:nvPr/>
        </p:nvPicPr>
        <p:blipFill>
          <a:blip r:embed="rId10"/>
          <a:stretch>
            <a:fillRect/>
          </a:stretch>
        </p:blipFill>
        <p:spPr>
          <a:xfrm rot="20389758">
            <a:off x="10582895" y="4013336"/>
            <a:ext cx="4964781" cy="3358861"/>
          </a:xfrm>
          <a:prstGeom prst="rect">
            <a:avLst/>
          </a:prstGeom>
        </p:spPr>
      </p:pic>
      <p:sp>
        <p:nvSpPr>
          <p:cNvPr id="13" name="object 14">
            <a:extLst>
              <a:ext uri="{FF2B5EF4-FFF2-40B4-BE49-F238E27FC236}">
                <a16:creationId xmlns:a16="http://schemas.microsoft.com/office/drawing/2014/main" xmlns="" id="{71F94CDF-498A-5BD6-4399-23F6F606E661}"/>
              </a:ext>
            </a:extLst>
          </p:cNvPr>
          <p:cNvSpPr txBox="1"/>
          <p:nvPr/>
        </p:nvSpPr>
        <p:spPr>
          <a:xfrm>
            <a:off x="831568" y="9846070"/>
            <a:ext cx="3333115" cy="228268"/>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spcBef>
                <a:spcPts val="95"/>
              </a:spcBef>
            </a:pPr>
            <a:r>
              <a:rPr lang="en-US" sz="1400" b="1" spc="-5" dirty="0" err="1">
                <a:latin typeface="Times New Roman" panose="02020603050405020304" pitchFamily="18" charset="0"/>
                <a:cs typeface="Times New Roman" panose="02020603050405020304" pitchFamily="18" charset="0"/>
              </a:rPr>
              <a:t>Bogura</a:t>
            </a:r>
            <a:r>
              <a:rPr lang="en-US" sz="1400" b="1" spc="-5" dirty="0">
                <a:latin typeface="Times New Roman" panose="02020603050405020304" pitchFamily="18" charset="0"/>
                <a:cs typeface="Times New Roman" panose="02020603050405020304" pitchFamily="18" charset="0"/>
              </a:rPr>
              <a:t> Polytechnic Institute</a:t>
            </a:r>
            <a:endParaRPr lang="en-US" sz="1400" b="1"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xmlns="" id="{3B88A94C-2C19-19E5-CDEE-26ABEAEFFA9D}"/>
              </a:ext>
            </a:extLst>
          </p:cNvPr>
          <p:cNvPicPr>
            <a:picLocks noChangeAspect="1"/>
          </p:cNvPicPr>
          <p:nvPr/>
        </p:nvPicPr>
        <p:blipFill>
          <a:blip r:embed="rId11" cstate="print"/>
          <a:stretch>
            <a:fillRect/>
          </a:stretch>
        </p:blipFill>
        <p:spPr>
          <a:xfrm>
            <a:off x="3657600" y="9627518"/>
            <a:ext cx="659482" cy="659482"/>
          </a:xfrm>
          <a:prstGeom prst="rect">
            <a:avLst/>
          </a:prstGeom>
        </p:spPr>
      </p:pic>
      <p:sp>
        <p:nvSpPr>
          <p:cNvPr id="18" name="Date Placeholder 17">
            <a:extLst>
              <a:ext uri="{FF2B5EF4-FFF2-40B4-BE49-F238E27FC236}">
                <a16:creationId xmlns:a16="http://schemas.microsoft.com/office/drawing/2014/main" xmlns="" id="{5E597D8E-B974-9016-C086-E32141F0064A}"/>
              </a:ext>
            </a:extLst>
          </p:cNvPr>
          <p:cNvSpPr>
            <a:spLocks noGrp="1"/>
          </p:cNvSpPr>
          <p:nvPr>
            <p:ph type="dt" sz="half" idx="10"/>
          </p:nvPr>
        </p:nvSpPr>
        <p:spPr>
          <a:xfrm>
            <a:off x="12115800" y="9633885"/>
            <a:ext cx="2914650" cy="365125"/>
          </a:xfrm>
        </p:spPr>
        <p:txBody>
          <a:bodyPr/>
          <a:lstStyle/>
          <a:p>
            <a:fld id="{ABF22844-196D-4EFA-A506-38085BB37A3A}" type="datetime2">
              <a:rPr lang="en-US" sz="1600" b="1" smtClean="0">
                <a:solidFill>
                  <a:schemeClr val="tx1"/>
                </a:solidFill>
                <a:latin typeface="Times New Roman" panose="02020603050405020304" pitchFamily="18" charset="0"/>
                <a:cs typeface="Times New Roman" panose="02020603050405020304" pitchFamily="18" charset="0"/>
              </a:rPr>
              <a:pPr/>
              <a:t>Sunday, December 28, 2025</a:t>
            </a:fld>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4209809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a:extLst>
            <a:ext uri="{FF2B5EF4-FFF2-40B4-BE49-F238E27FC236}">
              <a16:creationId xmlns:a16="http://schemas.microsoft.com/office/drawing/2014/main" xmlns="" id="{4216F341-F4B8-FA68-3865-B88CC0EB2FB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xmlns="" id="{174C6A45-C0CC-76D7-9CCC-EC0D5C8E13DC}"/>
              </a:ext>
            </a:extLst>
          </p:cNvPr>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a:extLst>
              <a:ext uri="{FF2B5EF4-FFF2-40B4-BE49-F238E27FC236}">
                <a16:creationId xmlns:a16="http://schemas.microsoft.com/office/drawing/2014/main" xmlns="" id="{16F3E0F1-42CB-E92F-3B83-F4CFCFEB7881}"/>
              </a:ext>
            </a:extLst>
          </p:cNvPr>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a:extLst>
              <a:ext uri="{FF2B5EF4-FFF2-40B4-BE49-F238E27FC236}">
                <a16:creationId xmlns:a16="http://schemas.microsoft.com/office/drawing/2014/main" xmlns="" id="{D7B7A9CC-6781-7644-7440-609DCF01C51A}"/>
              </a:ext>
            </a:extLst>
          </p:cNvPr>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a:extLst>
              <a:ext uri="{FF2B5EF4-FFF2-40B4-BE49-F238E27FC236}">
                <a16:creationId xmlns:a16="http://schemas.microsoft.com/office/drawing/2014/main" xmlns="" id="{D0DFB1A4-ADDB-AD48-5233-3A81336C58DB}"/>
              </a:ext>
            </a:extLst>
          </p:cNvPr>
          <p:cNvSpPr/>
          <p:nvPr/>
        </p:nvSpPr>
        <p:spPr>
          <a:xfrm flipH="1" flipV="1">
            <a:off x="-1676400" y="-201930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TextBox 6">
            <a:extLst>
              <a:ext uri="{FF2B5EF4-FFF2-40B4-BE49-F238E27FC236}">
                <a16:creationId xmlns:a16="http://schemas.microsoft.com/office/drawing/2014/main" xmlns="" id="{659F128F-5F39-0A2F-A0BB-531BA27B7CA3}"/>
              </a:ext>
            </a:extLst>
          </p:cNvPr>
          <p:cNvSpPr txBox="1"/>
          <p:nvPr/>
        </p:nvSpPr>
        <p:spPr>
          <a:xfrm>
            <a:off x="4348750" y="-177150"/>
            <a:ext cx="9987683" cy="1641475"/>
          </a:xfrm>
          <a:prstGeom prst="rect">
            <a:avLst/>
          </a:prstGeom>
        </p:spPr>
        <p:txBody>
          <a:bodyPr lIns="0" tIns="0" rIns="0" bIns="0" rtlCol="0" anchor="t">
            <a:spAutoFit/>
          </a:bodyPr>
          <a:lstStyle/>
          <a:p>
            <a:pPr algn="ctr">
              <a:lnSpc>
                <a:spcPts val="12780"/>
              </a:lnSpc>
            </a:pPr>
            <a:r>
              <a:rPr lang="en-US" sz="9129" b="1" dirty="0">
                <a:solidFill>
                  <a:srgbClr val="0166C2"/>
                </a:solidFill>
                <a:latin typeface="Luktao Bold"/>
                <a:ea typeface="Luktao Bold"/>
                <a:cs typeface="Luktao Bold"/>
                <a:sym typeface="Luktao Bold"/>
              </a:rPr>
              <a:t>Servo Motor</a:t>
            </a:r>
          </a:p>
        </p:txBody>
      </p:sp>
      <p:sp>
        <p:nvSpPr>
          <p:cNvPr id="11" name="Freeform 11">
            <a:extLst>
              <a:ext uri="{FF2B5EF4-FFF2-40B4-BE49-F238E27FC236}">
                <a16:creationId xmlns:a16="http://schemas.microsoft.com/office/drawing/2014/main" xmlns="" id="{2AAA5A6C-DBA4-55A2-4913-0BAD5F52ABE6}"/>
              </a:ext>
            </a:extLst>
          </p:cNvPr>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TextBox 6">
            <a:extLst>
              <a:ext uri="{FF2B5EF4-FFF2-40B4-BE49-F238E27FC236}">
                <a16:creationId xmlns:a16="http://schemas.microsoft.com/office/drawing/2014/main" xmlns="" id="{34D21650-D201-C4A2-808C-E542829053C7}"/>
              </a:ext>
            </a:extLst>
          </p:cNvPr>
          <p:cNvSpPr txBox="1"/>
          <p:nvPr/>
        </p:nvSpPr>
        <p:spPr>
          <a:xfrm>
            <a:off x="323850" y="1201967"/>
            <a:ext cx="17640300" cy="2286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en-US" sz="3300" dirty="0">
                <a:latin typeface="Times New Roman" panose="02020603050405020304" pitchFamily="18" charset="0"/>
                <a:cs typeface="Times New Roman" panose="02020603050405020304" pitchFamily="18" charset="0"/>
              </a:rPr>
              <a:t>A servo motor precisely controls angular position using control signals. It’s commonly used in solar trackers to adjust panel angles, offering smooth, accurate movement powered by DC voltage and controlled via pulse-width modulation for efficient and reliable operation.</a:t>
            </a:r>
          </a:p>
        </p:txBody>
      </p:sp>
      <p:sp>
        <p:nvSpPr>
          <p:cNvPr id="8" name="TextBox 7">
            <a:extLst>
              <a:ext uri="{FF2B5EF4-FFF2-40B4-BE49-F238E27FC236}">
                <a16:creationId xmlns:a16="http://schemas.microsoft.com/office/drawing/2014/main" xmlns="" id="{85FE9082-7139-1520-581F-961800523D66}"/>
              </a:ext>
            </a:extLst>
          </p:cNvPr>
          <p:cNvSpPr txBox="1"/>
          <p:nvPr/>
        </p:nvSpPr>
        <p:spPr>
          <a:xfrm>
            <a:off x="356507" y="3458441"/>
            <a:ext cx="9154884" cy="466281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sz="3300" b="1" dirty="0">
                <a:latin typeface="Times New Roman" panose="02020603050405020304" pitchFamily="18" charset="0"/>
                <a:cs typeface="Times New Roman" panose="02020603050405020304" pitchFamily="18" charset="0"/>
              </a:rPr>
              <a:t>Specification</a:t>
            </a:r>
          </a:p>
          <a:p>
            <a:pPr marL="457200" indent="-457200">
              <a:lnSpc>
                <a:spcPct val="150000"/>
              </a:lnSpc>
              <a:buFont typeface="Wingdings" panose="05000000000000000000" pitchFamily="2" charset="2"/>
              <a:buChar char="v"/>
            </a:pPr>
            <a:r>
              <a:rPr lang="en-US" sz="3300" dirty="0">
                <a:latin typeface="Times New Roman" panose="02020603050405020304" pitchFamily="18" charset="0"/>
                <a:cs typeface="Times New Roman" panose="02020603050405020304" pitchFamily="18" charset="0"/>
              </a:rPr>
              <a:t>Operating Voltage 		: +5V typically</a:t>
            </a:r>
          </a:p>
          <a:p>
            <a:pPr marL="457200" indent="-457200">
              <a:lnSpc>
                <a:spcPct val="150000"/>
              </a:lnSpc>
              <a:buFont typeface="Wingdings" panose="05000000000000000000" pitchFamily="2" charset="2"/>
              <a:buChar char="v"/>
            </a:pPr>
            <a:r>
              <a:rPr lang="en-US" sz="3300" dirty="0">
                <a:latin typeface="Times New Roman" panose="02020603050405020304" pitchFamily="18" charset="0"/>
                <a:cs typeface="Times New Roman" panose="02020603050405020304" pitchFamily="18" charset="0"/>
              </a:rPr>
              <a:t>Torque				: </a:t>
            </a:r>
            <a:r>
              <a:rPr lang="en-US" sz="3300" dirty="0" smtClean="0">
                <a:latin typeface="Times New Roman" panose="02020603050405020304" pitchFamily="18" charset="0"/>
                <a:cs typeface="Times New Roman" panose="02020603050405020304" pitchFamily="18" charset="0"/>
              </a:rPr>
              <a:t>1.4kg/cm</a:t>
            </a:r>
            <a:endParaRPr lang="en-US" sz="3300" dirty="0">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v"/>
            </a:pPr>
            <a:r>
              <a:rPr lang="en-US" sz="3300" dirty="0">
                <a:latin typeface="Times New Roman" panose="02020603050405020304" pitchFamily="18" charset="0"/>
                <a:cs typeface="Times New Roman" panose="02020603050405020304" pitchFamily="18" charset="0"/>
              </a:rPr>
              <a:t>Operating speed		: 0.1s/60°</a:t>
            </a:r>
          </a:p>
          <a:p>
            <a:pPr marL="457200" indent="-457200">
              <a:lnSpc>
                <a:spcPct val="150000"/>
              </a:lnSpc>
              <a:buFont typeface="Wingdings" panose="05000000000000000000" pitchFamily="2" charset="2"/>
              <a:buChar char="v"/>
            </a:pPr>
            <a:r>
              <a:rPr lang="en-US" sz="3300" dirty="0">
                <a:latin typeface="Times New Roman" panose="02020603050405020304" pitchFamily="18" charset="0"/>
                <a:cs typeface="Times New Roman" panose="02020603050405020304" pitchFamily="18" charset="0"/>
              </a:rPr>
              <a:t>Gear Type			: Metal</a:t>
            </a:r>
          </a:p>
          <a:p>
            <a:pPr marL="457200" indent="-457200">
              <a:lnSpc>
                <a:spcPct val="150000"/>
              </a:lnSpc>
              <a:buFont typeface="Wingdings" panose="05000000000000000000" pitchFamily="2" charset="2"/>
              <a:buChar char="v"/>
            </a:pPr>
            <a:r>
              <a:rPr lang="en-US" sz="3300" dirty="0">
                <a:latin typeface="Times New Roman" panose="02020603050405020304" pitchFamily="18" charset="0"/>
                <a:cs typeface="Times New Roman" panose="02020603050405020304" pitchFamily="18" charset="0"/>
              </a:rPr>
              <a:t>Rotation 			: 0°-180°</a:t>
            </a:r>
          </a:p>
        </p:txBody>
      </p:sp>
      <p:sp>
        <p:nvSpPr>
          <p:cNvPr id="15" name="Plaque 14">
            <a:extLst>
              <a:ext uri="{FF2B5EF4-FFF2-40B4-BE49-F238E27FC236}">
                <a16:creationId xmlns:a16="http://schemas.microsoft.com/office/drawing/2014/main" xmlns="" id="{4C397BB4-255C-364F-91C5-EA4881752842}"/>
              </a:ext>
            </a:extLst>
          </p:cNvPr>
          <p:cNvSpPr/>
          <p:nvPr/>
        </p:nvSpPr>
        <p:spPr>
          <a:xfrm>
            <a:off x="16471722" y="8725695"/>
            <a:ext cx="1219200" cy="1161202"/>
          </a:xfrm>
          <a:prstGeom prst="plaque">
            <a:avLst/>
          </a:prstGeom>
          <a:solidFill>
            <a:srgbClr val="CCFF99"/>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5400" b="1" dirty="0">
                <a:latin typeface="Times New Roman" panose="02020603050405020304" pitchFamily="18" charset="0"/>
                <a:cs typeface="Times New Roman" panose="02020603050405020304" pitchFamily="18" charset="0"/>
              </a:rPr>
              <a:t>8</a:t>
            </a:r>
          </a:p>
        </p:txBody>
      </p:sp>
      <p:sp>
        <p:nvSpPr>
          <p:cNvPr id="13" name="object 14">
            <a:extLst>
              <a:ext uri="{FF2B5EF4-FFF2-40B4-BE49-F238E27FC236}">
                <a16:creationId xmlns:a16="http://schemas.microsoft.com/office/drawing/2014/main" xmlns="" id="{BBA4D276-4960-8BEC-5D9B-1356BE691409}"/>
              </a:ext>
            </a:extLst>
          </p:cNvPr>
          <p:cNvSpPr txBox="1"/>
          <p:nvPr/>
        </p:nvSpPr>
        <p:spPr>
          <a:xfrm>
            <a:off x="831568" y="9846070"/>
            <a:ext cx="3333115" cy="228268"/>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spcBef>
                <a:spcPts val="95"/>
              </a:spcBef>
            </a:pPr>
            <a:r>
              <a:rPr lang="en-US" sz="1400" b="1" spc="-5" dirty="0" err="1">
                <a:latin typeface="Times New Roman" panose="02020603050405020304" pitchFamily="18" charset="0"/>
                <a:cs typeface="Times New Roman" panose="02020603050405020304" pitchFamily="18" charset="0"/>
              </a:rPr>
              <a:t>Bogura</a:t>
            </a:r>
            <a:r>
              <a:rPr lang="en-US" sz="1400" b="1" spc="-5" dirty="0">
                <a:latin typeface="Times New Roman" panose="02020603050405020304" pitchFamily="18" charset="0"/>
                <a:cs typeface="Times New Roman" panose="02020603050405020304" pitchFamily="18" charset="0"/>
              </a:rPr>
              <a:t> Polytechnic Institute</a:t>
            </a:r>
            <a:endParaRPr lang="en-US" sz="1400" b="1"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xmlns="" id="{91C441AB-378F-A460-39A4-D5F460F85AA2}"/>
              </a:ext>
            </a:extLst>
          </p:cNvPr>
          <p:cNvPicPr>
            <a:picLocks noChangeAspect="1"/>
          </p:cNvPicPr>
          <p:nvPr/>
        </p:nvPicPr>
        <p:blipFill>
          <a:blip r:embed="rId10" cstate="print"/>
          <a:stretch>
            <a:fillRect/>
          </a:stretch>
        </p:blipFill>
        <p:spPr>
          <a:xfrm>
            <a:off x="3657600" y="9627518"/>
            <a:ext cx="659482" cy="659482"/>
          </a:xfrm>
          <a:prstGeom prst="rect">
            <a:avLst/>
          </a:prstGeom>
        </p:spPr>
      </p:pic>
      <p:sp>
        <p:nvSpPr>
          <p:cNvPr id="16" name="Date Placeholder 17">
            <a:extLst>
              <a:ext uri="{FF2B5EF4-FFF2-40B4-BE49-F238E27FC236}">
                <a16:creationId xmlns:a16="http://schemas.microsoft.com/office/drawing/2014/main" xmlns="" id="{7265C997-6152-CC12-D38B-B0FB9CAD350C}"/>
              </a:ext>
            </a:extLst>
          </p:cNvPr>
          <p:cNvSpPr>
            <a:spLocks noGrp="1"/>
          </p:cNvSpPr>
          <p:nvPr>
            <p:ph type="dt" sz="half" idx="10"/>
          </p:nvPr>
        </p:nvSpPr>
        <p:spPr>
          <a:xfrm>
            <a:off x="12115800" y="9633885"/>
            <a:ext cx="2914650" cy="365125"/>
          </a:xfrm>
        </p:spPr>
        <p:txBody>
          <a:bodyPr/>
          <a:lstStyle/>
          <a:p>
            <a:fld id="{ABF22844-196D-4EFA-A506-38085BB37A3A}" type="datetime2">
              <a:rPr lang="en-US" sz="1600" b="1" smtClean="0">
                <a:solidFill>
                  <a:schemeClr val="tx1"/>
                </a:solidFill>
                <a:latin typeface="Times New Roman" panose="02020603050405020304" pitchFamily="18" charset="0"/>
                <a:cs typeface="Times New Roman" panose="02020603050405020304" pitchFamily="18" charset="0"/>
              </a:rPr>
              <a:pPr/>
              <a:t>Sunday, December 28, 2025</a:t>
            </a:fld>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xmlns="" id="{51349133-BAA4-DF9C-432B-92090C946A61}"/>
              </a:ext>
            </a:extLst>
          </p:cNvPr>
          <p:cNvPicPr>
            <a:picLocks noChangeAspect="1"/>
          </p:cNvPicPr>
          <p:nvPr/>
        </p:nvPicPr>
        <p:blipFill>
          <a:blip r:embed="rId11"/>
          <a:stretch>
            <a:fillRect/>
          </a:stretch>
        </p:blipFill>
        <p:spPr>
          <a:xfrm>
            <a:off x="9601200" y="3390900"/>
            <a:ext cx="6038760" cy="6038760"/>
          </a:xfrm>
          <a:prstGeom prst="rect">
            <a:avLst/>
          </a:prstGeom>
        </p:spPr>
      </p:pic>
    </p:spTree>
    <p:extLst>
      <p:ext uri="{BB962C8B-B14F-4D97-AF65-F5344CB8AC3E}">
        <p14:creationId xmlns:p14="http://schemas.microsoft.com/office/powerpoint/2010/main" xmlns="" val="28657098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a:extLst>
            <a:ext uri="{FF2B5EF4-FFF2-40B4-BE49-F238E27FC236}">
              <a16:creationId xmlns:a16="http://schemas.microsoft.com/office/drawing/2014/main" xmlns="" id="{E923F13F-0715-8A62-23A0-8EA99F76B08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xmlns="" id="{16374C1F-85FC-B31B-2237-2C0544843EC0}"/>
              </a:ext>
            </a:extLst>
          </p:cNvPr>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a:extLst>
              <a:ext uri="{FF2B5EF4-FFF2-40B4-BE49-F238E27FC236}">
                <a16:creationId xmlns:a16="http://schemas.microsoft.com/office/drawing/2014/main" xmlns="" id="{31092D8C-513E-96B2-F260-2D1B55D7C345}"/>
              </a:ext>
            </a:extLst>
          </p:cNvPr>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a:extLst>
              <a:ext uri="{FF2B5EF4-FFF2-40B4-BE49-F238E27FC236}">
                <a16:creationId xmlns:a16="http://schemas.microsoft.com/office/drawing/2014/main" xmlns="" id="{DF06A4A5-5107-9C9C-CB53-838AE1D905F5}"/>
              </a:ext>
            </a:extLst>
          </p:cNvPr>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a:extLst>
              <a:ext uri="{FF2B5EF4-FFF2-40B4-BE49-F238E27FC236}">
                <a16:creationId xmlns:a16="http://schemas.microsoft.com/office/drawing/2014/main" xmlns="" id="{22E9392C-64EE-FBFE-F9CB-515569E0BBFF}"/>
              </a:ext>
            </a:extLst>
          </p:cNvPr>
          <p:cNvSpPr/>
          <p:nvPr/>
        </p:nvSpPr>
        <p:spPr>
          <a:xfrm flipH="1" flipV="1">
            <a:off x="-1676400" y="-201930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TextBox 6">
            <a:extLst>
              <a:ext uri="{FF2B5EF4-FFF2-40B4-BE49-F238E27FC236}">
                <a16:creationId xmlns:a16="http://schemas.microsoft.com/office/drawing/2014/main" xmlns="" id="{73137103-77BA-001E-1E46-6312D08DC6EA}"/>
              </a:ext>
            </a:extLst>
          </p:cNvPr>
          <p:cNvSpPr txBox="1"/>
          <p:nvPr/>
        </p:nvSpPr>
        <p:spPr>
          <a:xfrm>
            <a:off x="4348750" y="-177150"/>
            <a:ext cx="9987683" cy="1641475"/>
          </a:xfrm>
          <a:prstGeom prst="rect">
            <a:avLst/>
          </a:prstGeom>
        </p:spPr>
        <p:txBody>
          <a:bodyPr lIns="0" tIns="0" rIns="0" bIns="0" rtlCol="0" anchor="t">
            <a:spAutoFit/>
          </a:bodyPr>
          <a:lstStyle/>
          <a:p>
            <a:pPr algn="ctr">
              <a:lnSpc>
                <a:spcPts val="12780"/>
              </a:lnSpc>
            </a:pPr>
            <a:r>
              <a:rPr lang="en-US" sz="9129" b="1" dirty="0">
                <a:solidFill>
                  <a:srgbClr val="0166C2"/>
                </a:solidFill>
                <a:latin typeface="Luktao Bold"/>
                <a:ea typeface="Luktao Bold"/>
                <a:cs typeface="Luktao Bold"/>
                <a:sym typeface="Luktao Bold"/>
              </a:rPr>
              <a:t>NRF 24L01</a:t>
            </a:r>
          </a:p>
        </p:txBody>
      </p:sp>
      <p:sp>
        <p:nvSpPr>
          <p:cNvPr id="11" name="Freeform 11">
            <a:extLst>
              <a:ext uri="{FF2B5EF4-FFF2-40B4-BE49-F238E27FC236}">
                <a16:creationId xmlns:a16="http://schemas.microsoft.com/office/drawing/2014/main" xmlns="" id="{9D3C0972-D357-16FE-4E33-030DCADB7A50}"/>
              </a:ext>
            </a:extLst>
          </p:cNvPr>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4" name="TextBox 9">
            <a:extLst>
              <a:ext uri="{FF2B5EF4-FFF2-40B4-BE49-F238E27FC236}">
                <a16:creationId xmlns:a16="http://schemas.microsoft.com/office/drawing/2014/main" xmlns="" id="{92F103F6-640F-A789-9864-A5AB5AA87BCE}"/>
              </a:ext>
            </a:extLst>
          </p:cNvPr>
          <p:cNvSpPr txBox="1"/>
          <p:nvPr/>
        </p:nvSpPr>
        <p:spPr>
          <a:xfrm>
            <a:off x="381000" y="1281760"/>
            <a:ext cx="17754600" cy="149072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en-US" sz="3200" dirty="0">
                <a:latin typeface="Times New Roman" panose="02020603050405020304" pitchFamily="18" charset="0"/>
                <a:ea typeface="Times New Roman" panose="02020603050405020304" pitchFamily="18" charset="0"/>
              </a:rPr>
              <a:t>The NRF24L01 is a low-power 2.4 GHz wireless transceiver used for short-range communication, enabling fast, reliable data transfer between microcontrollers in IoT and robotic applications.</a:t>
            </a:r>
            <a:endParaRPr lang="en-US" sz="3200" dirty="0"/>
          </a:p>
        </p:txBody>
      </p:sp>
      <p:sp>
        <p:nvSpPr>
          <p:cNvPr id="15" name="TextBox 10">
            <a:extLst>
              <a:ext uri="{FF2B5EF4-FFF2-40B4-BE49-F238E27FC236}">
                <a16:creationId xmlns:a16="http://schemas.microsoft.com/office/drawing/2014/main" xmlns="" id="{687D8339-5B38-768B-F2E1-2D9549CA5EBF}"/>
              </a:ext>
            </a:extLst>
          </p:cNvPr>
          <p:cNvSpPr txBox="1"/>
          <p:nvPr/>
        </p:nvSpPr>
        <p:spPr>
          <a:xfrm>
            <a:off x="373158" y="3016403"/>
            <a:ext cx="11514042" cy="526297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en-US" sz="3200" b="1" dirty="0">
                <a:effectLst/>
                <a:latin typeface="Times New Roman" panose="02020603050405020304" pitchFamily="18" charset="0"/>
                <a:ea typeface="Times New Roman" panose="02020603050405020304" pitchFamily="18" charset="0"/>
                <a:cs typeface="Times New Roman" panose="02020603050405020304" pitchFamily="18" charset="0"/>
              </a:rPr>
              <a:t>Specification</a:t>
            </a:r>
            <a:endParaRPr lang="en-US" sz="3200" dirty="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Module     	</a:t>
            </a:r>
            <a:r>
              <a:rPr lang="en-US" sz="3200" dirty="0" smtClean="0">
                <a:latin typeface="Times New Roman" panose="02020603050405020304" pitchFamily="18" charset="0"/>
                <a:cs typeface="Times New Roman" panose="02020603050405020304" pitchFamily="18" charset="0"/>
              </a:rPr>
              <a:t>	: </a:t>
            </a:r>
            <a:r>
              <a:rPr lang="en-US" sz="3200" dirty="0">
                <a:latin typeface="Times New Roman" panose="02020603050405020304" pitchFamily="18" charset="0"/>
                <a:cs typeface="Times New Roman" panose="02020603050405020304" pitchFamily="18" charset="0"/>
              </a:rPr>
              <a:t>NRF24L01</a:t>
            </a:r>
          </a:p>
          <a:p>
            <a:pPr marL="457200" indent="-457200" algn="just">
              <a:lnSpc>
                <a:spcPct val="150000"/>
              </a:lnSpc>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Operating Frequency 	</a:t>
            </a:r>
            <a:r>
              <a:rPr lang="en-US" sz="3200" dirty="0" smtClean="0">
                <a:latin typeface="Times New Roman" panose="02020603050405020304" pitchFamily="18" charset="0"/>
                <a:cs typeface="Times New Roman" panose="02020603050405020304" pitchFamily="18" charset="0"/>
              </a:rPr>
              <a:t>	: </a:t>
            </a:r>
            <a:r>
              <a:rPr lang="en-US" sz="3200" dirty="0">
                <a:latin typeface="Times New Roman" panose="02020603050405020304" pitchFamily="18" charset="0"/>
                <a:cs typeface="Times New Roman" panose="02020603050405020304" pitchFamily="18" charset="0"/>
              </a:rPr>
              <a:t>2.4 GHz ISM band</a:t>
            </a:r>
          </a:p>
          <a:p>
            <a:pPr marL="457200" indent="-457200" algn="just">
              <a:lnSpc>
                <a:spcPct val="150000"/>
              </a:lnSpc>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Operating Voltage  	</a:t>
            </a:r>
            <a:r>
              <a:rPr lang="en-US" sz="3200" dirty="0" smtClean="0">
                <a:latin typeface="Times New Roman" panose="02020603050405020304" pitchFamily="18" charset="0"/>
                <a:cs typeface="Times New Roman" panose="02020603050405020304" pitchFamily="18" charset="0"/>
              </a:rPr>
              <a:t>	: </a:t>
            </a:r>
            <a:r>
              <a:rPr lang="en-US" sz="3200" dirty="0">
                <a:latin typeface="Times New Roman" panose="02020603050405020304" pitchFamily="18" charset="0"/>
                <a:cs typeface="Times New Roman" panose="02020603050405020304" pitchFamily="18" charset="0"/>
              </a:rPr>
              <a:t>1.9–3.6 V</a:t>
            </a:r>
          </a:p>
          <a:p>
            <a:pPr marL="457200" indent="-457200" algn="just">
              <a:lnSpc>
                <a:spcPct val="150000"/>
              </a:lnSpc>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Data Rate     	</a:t>
            </a:r>
            <a:r>
              <a:rPr lang="en-US" sz="3200" dirty="0" smtClean="0">
                <a:latin typeface="Times New Roman" panose="02020603050405020304" pitchFamily="18" charset="0"/>
                <a:cs typeface="Times New Roman" panose="02020603050405020304" pitchFamily="18" charset="0"/>
              </a:rPr>
              <a:t>	: </a:t>
            </a:r>
            <a:r>
              <a:rPr lang="en-US" sz="3200" dirty="0">
                <a:latin typeface="Times New Roman" panose="02020603050405020304" pitchFamily="18" charset="0"/>
                <a:cs typeface="Times New Roman" panose="02020603050405020304" pitchFamily="18" charset="0"/>
              </a:rPr>
              <a:t>250 kbps, 1 Mbps, 2 Mbps</a:t>
            </a:r>
          </a:p>
          <a:p>
            <a:pPr marL="457200" indent="-457200" algn="just">
              <a:lnSpc>
                <a:spcPct val="150000"/>
              </a:lnSpc>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Communication </a:t>
            </a:r>
            <a:r>
              <a:rPr lang="en-US" sz="3200" dirty="0" smtClean="0">
                <a:latin typeface="Times New Roman" panose="02020603050405020304" pitchFamily="18" charset="0"/>
                <a:cs typeface="Times New Roman" panose="02020603050405020304" pitchFamily="18" charset="0"/>
              </a:rPr>
              <a:t>Interface	: </a:t>
            </a:r>
            <a:r>
              <a:rPr lang="en-US" sz="3200" dirty="0">
                <a:latin typeface="Times New Roman" panose="02020603050405020304" pitchFamily="18" charset="0"/>
                <a:cs typeface="Times New Roman" panose="02020603050405020304" pitchFamily="18" charset="0"/>
              </a:rPr>
              <a:t>SPI</a:t>
            </a:r>
          </a:p>
          <a:p>
            <a:pPr marL="457200" indent="-457200" algn="just">
              <a:lnSpc>
                <a:spcPct val="150000"/>
              </a:lnSpc>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Range      	</a:t>
            </a:r>
            <a:r>
              <a:rPr lang="en-US" sz="3200" dirty="0" smtClean="0">
                <a:latin typeface="Times New Roman" panose="02020603050405020304" pitchFamily="18" charset="0"/>
                <a:cs typeface="Times New Roman" panose="02020603050405020304" pitchFamily="18" charset="0"/>
              </a:rPr>
              <a:t>	: </a:t>
            </a:r>
            <a:r>
              <a:rPr lang="en-US" sz="3200" dirty="0">
                <a:latin typeface="Times New Roman" panose="02020603050405020304" pitchFamily="18" charset="0"/>
                <a:cs typeface="Times New Roman" panose="02020603050405020304" pitchFamily="18" charset="0"/>
              </a:rPr>
              <a:t>Up to 100 m (line of sight)</a:t>
            </a:r>
          </a:p>
        </p:txBody>
      </p:sp>
      <p:sp>
        <p:nvSpPr>
          <p:cNvPr id="19" name="Plaque 18">
            <a:extLst>
              <a:ext uri="{FF2B5EF4-FFF2-40B4-BE49-F238E27FC236}">
                <a16:creationId xmlns:a16="http://schemas.microsoft.com/office/drawing/2014/main" xmlns="" id="{2A5CC526-7737-007F-46ED-DF907752B30D}"/>
              </a:ext>
            </a:extLst>
          </p:cNvPr>
          <p:cNvSpPr/>
          <p:nvPr/>
        </p:nvSpPr>
        <p:spPr>
          <a:xfrm>
            <a:off x="16471722" y="8725695"/>
            <a:ext cx="1219200" cy="1161202"/>
          </a:xfrm>
          <a:prstGeom prst="plaque">
            <a:avLst/>
          </a:prstGeom>
          <a:solidFill>
            <a:srgbClr val="CCFF99"/>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5400" b="1" dirty="0">
                <a:latin typeface="Times New Roman" panose="02020603050405020304" pitchFamily="18" charset="0"/>
                <a:cs typeface="Times New Roman" panose="02020603050405020304" pitchFamily="18" charset="0"/>
              </a:rPr>
              <a:t>9</a:t>
            </a:r>
          </a:p>
        </p:txBody>
      </p:sp>
      <p:pic>
        <p:nvPicPr>
          <p:cNvPr id="7" name="Picture 6">
            <a:extLst>
              <a:ext uri="{FF2B5EF4-FFF2-40B4-BE49-F238E27FC236}">
                <a16:creationId xmlns:a16="http://schemas.microsoft.com/office/drawing/2014/main" xmlns="" id="{9F7C3452-BBF8-C556-7863-053A4FDE2EBE}"/>
              </a:ext>
            </a:extLst>
          </p:cNvPr>
          <p:cNvPicPr>
            <a:picLocks noChangeAspect="1"/>
          </p:cNvPicPr>
          <p:nvPr/>
        </p:nvPicPr>
        <p:blipFill>
          <a:blip r:embed="rId10"/>
          <a:stretch>
            <a:fillRect/>
          </a:stretch>
        </p:blipFill>
        <p:spPr>
          <a:xfrm>
            <a:off x="10259610" y="2748244"/>
            <a:ext cx="6633023" cy="6376969"/>
          </a:xfrm>
          <a:prstGeom prst="rect">
            <a:avLst/>
          </a:prstGeom>
        </p:spPr>
      </p:pic>
      <p:sp>
        <p:nvSpPr>
          <p:cNvPr id="8" name="object 14">
            <a:extLst>
              <a:ext uri="{FF2B5EF4-FFF2-40B4-BE49-F238E27FC236}">
                <a16:creationId xmlns:a16="http://schemas.microsoft.com/office/drawing/2014/main" xmlns="" id="{8FAB74C0-E40A-70B9-B57A-F707ABA845C3}"/>
              </a:ext>
            </a:extLst>
          </p:cNvPr>
          <p:cNvSpPr txBox="1"/>
          <p:nvPr/>
        </p:nvSpPr>
        <p:spPr>
          <a:xfrm>
            <a:off x="831568" y="9846070"/>
            <a:ext cx="3333115" cy="228268"/>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spcBef>
                <a:spcPts val="95"/>
              </a:spcBef>
            </a:pPr>
            <a:r>
              <a:rPr lang="en-US" sz="1400" b="1" spc="-5" dirty="0" err="1">
                <a:latin typeface="Times New Roman" panose="02020603050405020304" pitchFamily="18" charset="0"/>
                <a:cs typeface="Times New Roman" panose="02020603050405020304" pitchFamily="18" charset="0"/>
              </a:rPr>
              <a:t>Bogura</a:t>
            </a:r>
            <a:r>
              <a:rPr lang="en-US" sz="1400" b="1" spc="-5" dirty="0">
                <a:latin typeface="Times New Roman" panose="02020603050405020304" pitchFamily="18" charset="0"/>
                <a:cs typeface="Times New Roman" panose="02020603050405020304" pitchFamily="18" charset="0"/>
              </a:rPr>
              <a:t> Polytechnic Institute</a:t>
            </a:r>
            <a:endParaRPr lang="en-US" sz="1400"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xmlns="" id="{31BB21CC-1A3F-B9BF-6968-3207211998B9}"/>
              </a:ext>
            </a:extLst>
          </p:cNvPr>
          <p:cNvPicPr>
            <a:picLocks noChangeAspect="1"/>
          </p:cNvPicPr>
          <p:nvPr/>
        </p:nvPicPr>
        <p:blipFill>
          <a:blip r:embed="rId11" cstate="print"/>
          <a:stretch>
            <a:fillRect/>
          </a:stretch>
        </p:blipFill>
        <p:spPr>
          <a:xfrm>
            <a:off x="3657600" y="9627518"/>
            <a:ext cx="659482" cy="659482"/>
          </a:xfrm>
          <a:prstGeom prst="rect">
            <a:avLst/>
          </a:prstGeom>
        </p:spPr>
      </p:pic>
      <p:sp>
        <p:nvSpPr>
          <p:cNvPr id="10" name="Date Placeholder 17">
            <a:extLst>
              <a:ext uri="{FF2B5EF4-FFF2-40B4-BE49-F238E27FC236}">
                <a16:creationId xmlns:a16="http://schemas.microsoft.com/office/drawing/2014/main" xmlns="" id="{E3E44C3F-6265-6F2F-B746-FC4B1160CE56}"/>
              </a:ext>
            </a:extLst>
          </p:cNvPr>
          <p:cNvSpPr>
            <a:spLocks noGrp="1"/>
          </p:cNvSpPr>
          <p:nvPr>
            <p:ph type="dt" sz="half" idx="10"/>
          </p:nvPr>
        </p:nvSpPr>
        <p:spPr>
          <a:xfrm>
            <a:off x="12115800" y="9633885"/>
            <a:ext cx="2914650" cy="365125"/>
          </a:xfrm>
        </p:spPr>
        <p:txBody>
          <a:bodyPr/>
          <a:lstStyle/>
          <a:p>
            <a:fld id="{ABF22844-196D-4EFA-A506-38085BB37A3A}" type="datetime2">
              <a:rPr lang="en-US" sz="1600" b="1" smtClean="0">
                <a:solidFill>
                  <a:schemeClr val="tx1"/>
                </a:solidFill>
                <a:latin typeface="Times New Roman" panose="02020603050405020304" pitchFamily="18" charset="0"/>
                <a:cs typeface="Times New Roman" panose="02020603050405020304" pitchFamily="18" charset="0"/>
              </a:rPr>
              <a:pPr/>
              <a:t>Sunday, December 28, 2025</a:t>
            </a:fld>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348192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a:extLst>
            <a:ext uri="{FF2B5EF4-FFF2-40B4-BE49-F238E27FC236}">
              <a16:creationId xmlns:a16="http://schemas.microsoft.com/office/drawing/2014/main" xmlns="" id="{FD234695-C5C6-DEA5-3830-7E99BA8C48B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xmlns="" id="{B1414145-756F-2E27-91CB-B5D6F4C05B9B}"/>
              </a:ext>
            </a:extLst>
          </p:cNvPr>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a:extLst>
              <a:ext uri="{FF2B5EF4-FFF2-40B4-BE49-F238E27FC236}">
                <a16:creationId xmlns:a16="http://schemas.microsoft.com/office/drawing/2014/main" xmlns="" id="{E1D0E1F5-262E-37BE-8516-B436731F3855}"/>
              </a:ext>
            </a:extLst>
          </p:cNvPr>
          <p:cNvSpPr/>
          <p:nvPr/>
        </p:nvSpPr>
        <p:spPr>
          <a:xfrm flipH="1" flipV="1">
            <a:off x="-1676400" y="-201930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6" name="TextBox 6">
            <a:extLst>
              <a:ext uri="{FF2B5EF4-FFF2-40B4-BE49-F238E27FC236}">
                <a16:creationId xmlns:a16="http://schemas.microsoft.com/office/drawing/2014/main" xmlns="" id="{503ABB51-4B80-C908-D937-F49EDBA65B7E}"/>
              </a:ext>
            </a:extLst>
          </p:cNvPr>
          <p:cNvSpPr txBox="1"/>
          <p:nvPr/>
        </p:nvSpPr>
        <p:spPr>
          <a:xfrm>
            <a:off x="3647763" y="-319325"/>
            <a:ext cx="12796250" cy="1438855"/>
          </a:xfrm>
          <a:prstGeom prst="rect">
            <a:avLst/>
          </a:prstGeom>
        </p:spPr>
        <p:txBody>
          <a:bodyPr wrap="square" lIns="0" tIns="0" rIns="0" bIns="0" rtlCol="0" anchor="t">
            <a:spAutoFit/>
          </a:bodyPr>
          <a:lstStyle/>
          <a:p>
            <a:pPr algn="just">
              <a:lnSpc>
                <a:spcPts val="12780"/>
              </a:lnSpc>
            </a:pPr>
            <a:r>
              <a:rPr lang="en-US" sz="5400" b="1" dirty="0">
                <a:solidFill>
                  <a:srgbClr val="0166C2"/>
                </a:solidFill>
                <a:latin typeface="Luktao Bold"/>
                <a:ea typeface="Luktao Bold"/>
                <a:cs typeface="Luktao Bold"/>
                <a:sym typeface="Luktao Bold"/>
              </a:rPr>
              <a:t>Circuit Diagram Transmission Section</a:t>
            </a:r>
          </a:p>
        </p:txBody>
      </p:sp>
      <p:sp>
        <p:nvSpPr>
          <p:cNvPr id="12" name="Plaque 11">
            <a:extLst>
              <a:ext uri="{FF2B5EF4-FFF2-40B4-BE49-F238E27FC236}">
                <a16:creationId xmlns:a16="http://schemas.microsoft.com/office/drawing/2014/main" xmlns="" id="{D2E89F70-BC33-1099-A064-305E32CD95B3}"/>
              </a:ext>
            </a:extLst>
          </p:cNvPr>
          <p:cNvSpPr/>
          <p:nvPr/>
        </p:nvSpPr>
        <p:spPr>
          <a:xfrm>
            <a:off x="16471722" y="8725695"/>
            <a:ext cx="1219200" cy="1161202"/>
          </a:xfrm>
          <a:prstGeom prst="plaque">
            <a:avLst/>
          </a:prstGeom>
          <a:solidFill>
            <a:srgbClr val="CCFF99"/>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5400" b="1" dirty="0">
                <a:latin typeface="Times New Roman" panose="02020603050405020304" pitchFamily="18" charset="0"/>
                <a:cs typeface="Times New Roman" panose="02020603050405020304" pitchFamily="18" charset="0"/>
              </a:rPr>
              <a:t>10</a:t>
            </a:r>
          </a:p>
        </p:txBody>
      </p:sp>
      <p:pic>
        <p:nvPicPr>
          <p:cNvPr id="4" name="Picture 3" descr="A diagram of a machine&#10;&#10;AI-generated content may be incorrect.">
            <a:extLst>
              <a:ext uri="{FF2B5EF4-FFF2-40B4-BE49-F238E27FC236}">
                <a16:creationId xmlns:a16="http://schemas.microsoft.com/office/drawing/2014/main" xmlns="" id="{83D6DC0F-ABA1-17B7-7FD5-BD9581B93BCF}"/>
              </a:ext>
            </a:extLst>
          </p:cNvPr>
          <p:cNvPicPr>
            <a:picLocks noChangeAspect="1"/>
          </p:cNvPicPr>
          <p:nvPr/>
        </p:nvPicPr>
        <p:blipFill>
          <a:blip r:embed="rId6"/>
          <a:stretch>
            <a:fillRect/>
          </a:stretch>
        </p:blipFill>
        <p:spPr>
          <a:xfrm>
            <a:off x="1143000" y="1099933"/>
            <a:ext cx="15301013" cy="8104243"/>
          </a:xfrm>
          <a:prstGeom prst="rect">
            <a:avLst/>
          </a:prstGeom>
        </p:spPr>
      </p:pic>
      <p:sp>
        <p:nvSpPr>
          <p:cNvPr id="7" name="object 14">
            <a:extLst>
              <a:ext uri="{FF2B5EF4-FFF2-40B4-BE49-F238E27FC236}">
                <a16:creationId xmlns:a16="http://schemas.microsoft.com/office/drawing/2014/main" xmlns="" id="{5E61503C-0F8A-3742-898E-24BFDB725D6E}"/>
              </a:ext>
            </a:extLst>
          </p:cNvPr>
          <p:cNvSpPr txBox="1"/>
          <p:nvPr/>
        </p:nvSpPr>
        <p:spPr>
          <a:xfrm>
            <a:off x="831568" y="9846070"/>
            <a:ext cx="3333115" cy="228268"/>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spcBef>
                <a:spcPts val="95"/>
              </a:spcBef>
            </a:pPr>
            <a:r>
              <a:rPr lang="en-US" sz="1400" b="1" spc="-5" dirty="0" err="1">
                <a:latin typeface="Times New Roman" panose="02020603050405020304" pitchFamily="18" charset="0"/>
                <a:cs typeface="Times New Roman" panose="02020603050405020304" pitchFamily="18" charset="0"/>
              </a:rPr>
              <a:t>Bogura</a:t>
            </a:r>
            <a:r>
              <a:rPr lang="en-US" sz="1400" b="1" spc="-5" dirty="0">
                <a:latin typeface="Times New Roman" panose="02020603050405020304" pitchFamily="18" charset="0"/>
                <a:cs typeface="Times New Roman" panose="02020603050405020304" pitchFamily="18" charset="0"/>
              </a:rPr>
              <a:t> Polytechnic Institute</a:t>
            </a:r>
            <a:endParaRPr lang="en-US" sz="1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xmlns="" id="{DA974C8E-6F69-FA59-EC23-81F3E16D4FA5}"/>
              </a:ext>
            </a:extLst>
          </p:cNvPr>
          <p:cNvPicPr>
            <a:picLocks noChangeAspect="1"/>
          </p:cNvPicPr>
          <p:nvPr/>
        </p:nvPicPr>
        <p:blipFill>
          <a:blip r:embed="rId7" cstate="print"/>
          <a:stretch>
            <a:fillRect/>
          </a:stretch>
        </p:blipFill>
        <p:spPr>
          <a:xfrm>
            <a:off x="3657600" y="9627518"/>
            <a:ext cx="659482" cy="659482"/>
          </a:xfrm>
          <a:prstGeom prst="rect">
            <a:avLst/>
          </a:prstGeom>
        </p:spPr>
      </p:pic>
      <p:sp>
        <p:nvSpPr>
          <p:cNvPr id="13" name="Date Placeholder 17">
            <a:extLst>
              <a:ext uri="{FF2B5EF4-FFF2-40B4-BE49-F238E27FC236}">
                <a16:creationId xmlns:a16="http://schemas.microsoft.com/office/drawing/2014/main" xmlns="" id="{2385AAFC-FD5D-6B18-2110-75EBB73D77DC}"/>
              </a:ext>
            </a:extLst>
          </p:cNvPr>
          <p:cNvSpPr>
            <a:spLocks noGrp="1"/>
          </p:cNvSpPr>
          <p:nvPr>
            <p:ph type="dt" sz="half" idx="10"/>
          </p:nvPr>
        </p:nvSpPr>
        <p:spPr>
          <a:xfrm>
            <a:off x="12115800" y="9633885"/>
            <a:ext cx="2914650" cy="365125"/>
          </a:xfrm>
        </p:spPr>
        <p:txBody>
          <a:bodyPr/>
          <a:lstStyle/>
          <a:p>
            <a:fld id="{ABF22844-196D-4EFA-A506-38085BB37A3A}" type="datetime2">
              <a:rPr lang="en-US" sz="1600" b="1" smtClean="0">
                <a:solidFill>
                  <a:schemeClr val="tx1"/>
                </a:solidFill>
                <a:latin typeface="Times New Roman" panose="02020603050405020304" pitchFamily="18" charset="0"/>
                <a:cs typeface="Times New Roman" panose="02020603050405020304" pitchFamily="18" charset="0"/>
              </a:rPr>
              <a:pPr/>
              <a:t>Sunday, December 28, 2025</a:t>
            </a:fld>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62014490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a:extLst>
            <a:ext uri="{FF2B5EF4-FFF2-40B4-BE49-F238E27FC236}">
              <a16:creationId xmlns:a16="http://schemas.microsoft.com/office/drawing/2014/main" xmlns="" id="{CB9F5BB0-6CE2-0613-E1F2-FA8B95DC7F6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xmlns="" id="{443DF2A9-2CD1-D341-00A0-23BBA184F364}"/>
              </a:ext>
            </a:extLst>
          </p:cNvPr>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a:extLst>
              <a:ext uri="{FF2B5EF4-FFF2-40B4-BE49-F238E27FC236}">
                <a16:creationId xmlns:a16="http://schemas.microsoft.com/office/drawing/2014/main" xmlns="" id="{9C5E31F5-0B45-245B-DFAF-D2B0B950D108}"/>
              </a:ext>
            </a:extLst>
          </p:cNvPr>
          <p:cNvSpPr/>
          <p:nvPr/>
        </p:nvSpPr>
        <p:spPr>
          <a:xfrm flipH="1" flipV="1">
            <a:off x="-1676400" y="-201930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6" name="TextBox 6">
            <a:extLst>
              <a:ext uri="{FF2B5EF4-FFF2-40B4-BE49-F238E27FC236}">
                <a16:creationId xmlns:a16="http://schemas.microsoft.com/office/drawing/2014/main" xmlns="" id="{1A1D7211-0962-2A2C-ECFD-A00BF7E4C380}"/>
              </a:ext>
            </a:extLst>
          </p:cNvPr>
          <p:cNvSpPr txBox="1"/>
          <p:nvPr/>
        </p:nvSpPr>
        <p:spPr>
          <a:xfrm>
            <a:off x="3647763" y="-319325"/>
            <a:ext cx="12796250" cy="1438855"/>
          </a:xfrm>
          <a:prstGeom prst="rect">
            <a:avLst/>
          </a:prstGeom>
        </p:spPr>
        <p:txBody>
          <a:bodyPr wrap="square" lIns="0" tIns="0" rIns="0" bIns="0" rtlCol="0" anchor="t">
            <a:spAutoFit/>
          </a:bodyPr>
          <a:lstStyle/>
          <a:p>
            <a:pPr algn="just">
              <a:lnSpc>
                <a:spcPts val="12780"/>
              </a:lnSpc>
            </a:pPr>
            <a:r>
              <a:rPr lang="en-US" sz="5400" b="1" dirty="0">
                <a:solidFill>
                  <a:srgbClr val="0166C2"/>
                </a:solidFill>
                <a:latin typeface="Luktao Bold"/>
                <a:ea typeface="Luktao Bold"/>
                <a:cs typeface="Luktao Bold"/>
                <a:sym typeface="Luktao Bold"/>
              </a:rPr>
              <a:t>Circuit Diagram Receiver Section</a:t>
            </a:r>
          </a:p>
        </p:txBody>
      </p:sp>
      <p:sp>
        <p:nvSpPr>
          <p:cNvPr id="12" name="Plaque 11">
            <a:extLst>
              <a:ext uri="{FF2B5EF4-FFF2-40B4-BE49-F238E27FC236}">
                <a16:creationId xmlns:a16="http://schemas.microsoft.com/office/drawing/2014/main" xmlns="" id="{2C084151-E279-A9E3-49DB-C22CE864222F}"/>
              </a:ext>
            </a:extLst>
          </p:cNvPr>
          <p:cNvSpPr/>
          <p:nvPr/>
        </p:nvSpPr>
        <p:spPr>
          <a:xfrm>
            <a:off x="16471722" y="8725695"/>
            <a:ext cx="1219200" cy="1161202"/>
          </a:xfrm>
          <a:prstGeom prst="plaque">
            <a:avLst/>
          </a:prstGeom>
          <a:solidFill>
            <a:srgbClr val="CCFF99"/>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5400" b="1" dirty="0">
                <a:latin typeface="Times New Roman" panose="02020603050405020304" pitchFamily="18" charset="0"/>
                <a:cs typeface="Times New Roman" panose="02020603050405020304" pitchFamily="18" charset="0"/>
              </a:rPr>
              <a:t>11</a:t>
            </a:r>
          </a:p>
        </p:txBody>
      </p:sp>
      <p:pic>
        <p:nvPicPr>
          <p:cNvPr id="7" name="Picture 6" descr="A diagram of a circuit board&#10;&#10;AI-generated content may be incorrect.">
            <a:extLst>
              <a:ext uri="{FF2B5EF4-FFF2-40B4-BE49-F238E27FC236}">
                <a16:creationId xmlns:a16="http://schemas.microsoft.com/office/drawing/2014/main" xmlns="" id="{1BC2F4E1-D412-81FD-1370-13BA1D3616C0}"/>
              </a:ext>
            </a:extLst>
          </p:cNvPr>
          <p:cNvPicPr>
            <a:picLocks noChangeAspect="1"/>
          </p:cNvPicPr>
          <p:nvPr/>
        </p:nvPicPr>
        <p:blipFill>
          <a:blip r:embed="rId6"/>
          <a:stretch>
            <a:fillRect/>
          </a:stretch>
        </p:blipFill>
        <p:spPr>
          <a:xfrm>
            <a:off x="1219199" y="1028920"/>
            <a:ext cx="15405076" cy="7696775"/>
          </a:xfrm>
          <a:prstGeom prst="rect">
            <a:avLst/>
          </a:prstGeom>
        </p:spPr>
      </p:pic>
      <p:sp>
        <p:nvSpPr>
          <p:cNvPr id="8" name="object 14">
            <a:extLst>
              <a:ext uri="{FF2B5EF4-FFF2-40B4-BE49-F238E27FC236}">
                <a16:creationId xmlns:a16="http://schemas.microsoft.com/office/drawing/2014/main" xmlns="" id="{891769FE-09D7-9FA3-CD0B-98016A7FA8E6}"/>
              </a:ext>
            </a:extLst>
          </p:cNvPr>
          <p:cNvSpPr txBox="1"/>
          <p:nvPr/>
        </p:nvSpPr>
        <p:spPr>
          <a:xfrm>
            <a:off x="831568" y="9846070"/>
            <a:ext cx="3333115" cy="228268"/>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spcBef>
                <a:spcPts val="95"/>
              </a:spcBef>
            </a:pPr>
            <a:r>
              <a:rPr lang="en-US" sz="1400" b="1" spc="-5" dirty="0" err="1">
                <a:latin typeface="Times New Roman" panose="02020603050405020304" pitchFamily="18" charset="0"/>
                <a:cs typeface="Times New Roman" panose="02020603050405020304" pitchFamily="18" charset="0"/>
              </a:rPr>
              <a:t>Bogura</a:t>
            </a:r>
            <a:r>
              <a:rPr lang="en-US" sz="1400" b="1" spc="-5" dirty="0">
                <a:latin typeface="Times New Roman" panose="02020603050405020304" pitchFamily="18" charset="0"/>
                <a:cs typeface="Times New Roman" panose="02020603050405020304" pitchFamily="18" charset="0"/>
              </a:rPr>
              <a:t> Polytechnic Institute</a:t>
            </a:r>
            <a:endParaRPr lang="en-US" sz="1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xmlns="" id="{9991B1A6-6AE3-3AF6-989B-BDC42B2EAD4D}"/>
              </a:ext>
            </a:extLst>
          </p:cNvPr>
          <p:cNvPicPr>
            <a:picLocks noChangeAspect="1"/>
          </p:cNvPicPr>
          <p:nvPr/>
        </p:nvPicPr>
        <p:blipFill>
          <a:blip r:embed="rId7" cstate="print"/>
          <a:stretch>
            <a:fillRect/>
          </a:stretch>
        </p:blipFill>
        <p:spPr>
          <a:xfrm>
            <a:off x="3657600" y="9627518"/>
            <a:ext cx="659482" cy="659482"/>
          </a:xfrm>
          <a:prstGeom prst="rect">
            <a:avLst/>
          </a:prstGeom>
        </p:spPr>
      </p:pic>
      <p:sp>
        <p:nvSpPr>
          <p:cNvPr id="13" name="Date Placeholder 17">
            <a:extLst>
              <a:ext uri="{FF2B5EF4-FFF2-40B4-BE49-F238E27FC236}">
                <a16:creationId xmlns:a16="http://schemas.microsoft.com/office/drawing/2014/main" xmlns="" id="{B71CBA89-DFAC-3567-7807-FE899EC58AC8}"/>
              </a:ext>
            </a:extLst>
          </p:cNvPr>
          <p:cNvSpPr>
            <a:spLocks noGrp="1"/>
          </p:cNvSpPr>
          <p:nvPr>
            <p:ph type="dt" sz="half" idx="10"/>
          </p:nvPr>
        </p:nvSpPr>
        <p:spPr>
          <a:xfrm>
            <a:off x="12115800" y="9633885"/>
            <a:ext cx="2914650" cy="365125"/>
          </a:xfrm>
        </p:spPr>
        <p:txBody>
          <a:bodyPr/>
          <a:lstStyle/>
          <a:p>
            <a:fld id="{ABF22844-196D-4EFA-A506-38085BB37A3A}" type="datetime2">
              <a:rPr lang="en-US" sz="1600" b="1" smtClean="0">
                <a:solidFill>
                  <a:schemeClr val="tx1"/>
                </a:solidFill>
                <a:latin typeface="Times New Roman" panose="02020603050405020304" pitchFamily="18" charset="0"/>
                <a:cs typeface="Times New Roman" panose="02020603050405020304" pitchFamily="18" charset="0"/>
              </a:rPr>
              <a:pPr/>
              <a:t>Sunday, December 28, 2025</a:t>
            </a:fld>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4720002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Freeform 2"/>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flipH="1" flipV="1">
            <a:off x="-819150" y="-1605811"/>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 name="TextBox 5"/>
          <p:cNvSpPr txBox="1"/>
          <p:nvPr/>
        </p:nvSpPr>
        <p:spPr>
          <a:xfrm>
            <a:off x="4150158" y="-243479"/>
            <a:ext cx="9987683" cy="1641475"/>
          </a:xfrm>
          <a:prstGeom prst="rect">
            <a:avLst/>
          </a:prstGeom>
        </p:spPr>
        <p:txBody>
          <a:bodyPr lIns="0" tIns="0" rIns="0" bIns="0" rtlCol="0" anchor="t">
            <a:spAutoFit/>
          </a:bodyPr>
          <a:lstStyle/>
          <a:p>
            <a:pPr algn="ctr">
              <a:lnSpc>
                <a:spcPts val="12780"/>
              </a:lnSpc>
            </a:pPr>
            <a:r>
              <a:rPr lang="en-US" sz="9129" b="1" dirty="0">
                <a:solidFill>
                  <a:srgbClr val="0166C2"/>
                </a:solidFill>
                <a:latin typeface="Luktao Bold"/>
                <a:ea typeface="Luktao Bold"/>
                <a:cs typeface="Luktao Bold"/>
                <a:sym typeface="Luktao Bold"/>
              </a:rPr>
              <a:t>Application</a:t>
            </a:r>
          </a:p>
        </p:txBody>
      </p:sp>
      <p:sp>
        <p:nvSpPr>
          <p:cNvPr id="10" name="Freeform 10"/>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1" name="Freeform 11"/>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2" name="Freeform 12"/>
          <p:cNvSpPr/>
          <p:nvPr/>
        </p:nvSpPr>
        <p:spPr>
          <a:xfrm>
            <a:off x="604698" y="650011"/>
            <a:ext cx="2690952" cy="1345476"/>
          </a:xfrm>
          <a:custGeom>
            <a:avLst/>
            <a:gdLst/>
            <a:ahLst/>
            <a:cxnLst/>
            <a:rect l="l" t="t" r="r" b="b"/>
            <a:pathLst>
              <a:path w="2690952" h="1345476">
                <a:moveTo>
                  <a:pt x="0" y="0"/>
                </a:moveTo>
                <a:lnTo>
                  <a:pt x="2690952" y="0"/>
                </a:lnTo>
                <a:lnTo>
                  <a:pt x="2690952" y="1345476"/>
                </a:lnTo>
                <a:lnTo>
                  <a:pt x="0" y="1345476"/>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14" name="TextBox 13">
            <a:extLst>
              <a:ext uri="{FF2B5EF4-FFF2-40B4-BE49-F238E27FC236}">
                <a16:creationId xmlns:a16="http://schemas.microsoft.com/office/drawing/2014/main" xmlns="" id="{0183F2EF-ACA3-D6F2-907C-D7284FAE7A59}"/>
              </a:ext>
            </a:extLst>
          </p:cNvPr>
          <p:cNvSpPr txBox="1"/>
          <p:nvPr/>
        </p:nvSpPr>
        <p:spPr>
          <a:xfrm>
            <a:off x="5257800" y="1135812"/>
            <a:ext cx="13213080" cy="5165132"/>
          </a:xfrm>
          <a:prstGeom prst="rect">
            <a:avLst/>
          </a:prstGeom>
          <a:noFill/>
        </p:spPr>
        <p:txBody>
          <a:bodyPr wrap="square">
            <a:spAutoFit/>
          </a:bodyPr>
          <a:lstStyle/>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Industrial object handling.</a:t>
            </a:r>
          </a:p>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Educational and training purposes.</a:t>
            </a:r>
          </a:p>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Hazardous environment operations.</a:t>
            </a:r>
          </a:p>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Medical assistance (basic level).</a:t>
            </a:r>
          </a:p>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Research and development projects.</a:t>
            </a:r>
          </a:p>
        </p:txBody>
      </p:sp>
      <p:sp>
        <p:nvSpPr>
          <p:cNvPr id="17" name="Plaque 16">
            <a:extLst>
              <a:ext uri="{FF2B5EF4-FFF2-40B4-BE49-F238E27FC236}">
                <a16:creationId xmlns:a16="http://schemas.microsoft.com/office/drawing/2014/main" xmlns="" id="{2D27B6E6-A5DD-67BD-7B76-2663EAF464FB}"/>
              </a:ext>
            </a:extLst>
          </p:cNvPr>
          <p:cNvSpPr/>
          <p:nvPr/>
        </p:nvSpPr>
        <p:spPr>
          <a:xfrm>
            <a:off x="16471722" y="8725695"/>
            <a:ext cx="1219200" cy="1161202"/>
          </a:xfrm>
          <a:prstGeom prst="plaque">
            <a:avLst/>
          </a:prstGeom>
          <a:solidFill>
            <a:srgbClr val="CCFF99"/>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5400" b="1" dirty="0">
                <a:latin typeface="Times New Roman" panose="02020603050405020304" pitchFamily="18" charset="0"/>
                <a:cs typeface="Times New Roman" panose="02020603050405020304" pitchFamily="18" charset="0"/>
              </a:rPr>
              <a:t>12</a:t>
            </a:r>
          </a:p>
        </p:txBody>
      </p:sp>
      <p:sp>
        <p:nvSpPr>
          <p:cNvPr id="6" name="object 14">
            <a:extLst>
              <a:ext uri="{FF2B5EF4-FFF2-40B4-BE49-F238E27FC236}">
                <a16:creationId xmlns:a16="http://schemas.microsoft.com/office/drawing/2014/main" xmlns="" id="{A07685DC-9157-C24A-8606-80362DC2B2F4}"/>
              </a:ext>
            </a:extLst>
          </p:cNvPr>
          <p:cNvSpPr txBox="1"/>
          <p:nvPr/>
        </p:nvSpPr>
        <p:spPr>
          <a:xfrm>
            <a:off x="831568" y="9846070"/>
            <a:ext cx="3333115" cy="228268"/>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spcBef>
                <a:spcPts val="95"/>
              </a:spcBef>
            </a:pPr>
            <a:r>
              <a:rPr lang="en-US" sz="1400" b="1" spc="-5" dirty="0" err="1">
                <a:latin typeface="Times New Roman" panose="02020603050405020304" pitchFamily="18" charset="0"/>
                <a:cs typeface="Times New Roman" panose="02020603050405020304" pitchFamily="18" charset="0"/>
              </a:rPr>
              <a:t>Bogura</a:t>
            </a:r>
            <a:r>
              <a:rPr lang="en-US" sz="1400" b="1" spc="-5" dirty="0">
                <a:latin typeface="Times New Roman" panose="02020603050405020304" pitchFamily="18" charset="0"/>
                <a:cs typeface="Times New Roman" panose="02020603050405020304" pitchFamily="18" charset="0"/>
              </a:rPr>
              <a:t> Polytechnic Institute</a:t>
            </a:r>
            <a:endParaRPr lang="en-US" sz="14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xmlns="" id="{D361D4EF-EC62-F65E-2A71-C6143BFB0372}"/>
              </a:ext>
            </a:extLst>
          </p:cNvPr>
          <p:cNvPicPr>
            <a:picLocks noChangeAspect="1"/>
          </p:cNvPicPr>
          <p:nvPr/>
        </p:nvPicPr>
        <p:blipFill>
          <a:blip r:embed="rId12" cstate="print"/>
          <a:stretch>
            <a:fillRect/>
          </a:stretch>
        </p:blipFill>
        <p:spPr>
          <a:xfrm>
            <a:off x="3657600" y="9627518"/>
            <a:ext cx="659482" cy="659482"/>
          </a:xfrm>
          <a:prstGeom prst="rect">
            <a:avLst/>
          </a:prstGeom>
        </p:spPr>
      </p:pic>
      <p:sp>
        <p:nvSpPr>
          <p:cNvPr id="8" name="Date Placeholder 17">
            <a:extLst>
              <a:ext uri="{FF2B5EF4-FFF2-40B4-BE49-F238E27FC236}">
                <a16:creationId xmlns:a16="http://schemas.microsoft.com/office/drawing/2014/main" xmlns="" id="{D408C696-9FBF-92BC-5C55-A17AAE85EC4C}"/>
              </a:ext>
            </a:extLst>
          </p:cNvPr>
          <p:cNvSpPr>
            <a:spLocks noGrp="1"/>
          </p:cNvSpPr>
          <p:nvPr>
            <p:ph type="dt" sz="half" idx="10"/>
          </p:nvPr>
        </p:nvSpPr>
        <p:spPr>
          <a:xfrm>
            <a:off x="12115800" y="9633885"/>
            <a:ext cx="2914650" cy="365125"/>
          </a:xfrm>
        </p:spPr>
        <p:txBody>
          <a:bodyPr/>
          <a:lstStyle/>
          <a:p>
            <a:fld id="{ABF22844-196D-4EFA-A506-38085BB37A3A}" type="datetime2">
              <a:rPr lang="en-US" sz="1600" b="1" smtClean="0">
                <a:solidFill>
                  <a:schemeClr val="tx1"/>
                </a:solidFill>
                <a:latin typeface="Times New Roman" panose="02020603050405020304" pitchFamily="18" charset="0"/>
                <a:cs typeface="Times New Roman" panose="02020603050405020304" pitchFamily="18" charset="0"/>
              </a:rPr>
              <a:pPr/>
              <a:t>Sunday, December 28, 2025</a:t>
            </a:fld>
            <a:endParaRPr lang="en-US"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a:extLst>
            <a:ext uri="{FF2B5EF4-FFF2-40B4-BE49-F238E27FC236}">
              <a16:creationId xmlns:a16="http://schemas.microsoft.com/office/drawing/2014/main" xmlns="" id="{2F96B6EE-4811-D5C8-DF29-6D586D00D65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xmlns="" id="{0494BA6D-28C9-BAC8-8C65-900B7388D76F}"/>
              </a:ext>
            </a:extLst>
          </p:cNvPr>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a:extLst>
              <a:ext uri="{FF2B5EF4-FFF2-40B4-BE49-F238E27FC236}">
                <a16:creationId xmlns:a16="http://schemas.microsoft.com/office/drawing/2014/main" xmlns="" id="{94D6F48E-B31E-99CF-24BD-F09D9AE3DCE1}"/>
              </a:ext>
            </a:extLst>
          </p:cNvPr>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a:extLst>
              <a:ext uri="{FF2B5EF4-FFF2-40B4-BE49-F238E27FC236}">
                <a16:creationId xmlns:a16="http://schemas.microsoft.com/office/drawing/2014/main" xmlns="" id="{050363BA-3940-A551-112A-469056C77152}"/>
              </a:ext>
            </a:extLst>
          </p:cNvPr>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a:extLst>
              <a:ext uri="{FF2B5EF4-FFF2-40B4-BE49-F238E27FC236}">
                <a16:creationId xmlns:a16="http://schemas.microsoft.com/office/drawing/2014/main" xmlns="" id="{6EE76F91-04A9-F36A-C835-16BB881A970F}"/>
              </a:ext>
            </a:extLst>
          </p:cNvPr>
          <p:cNvSpPr/>
          <p:nvPr/>
        </p:nvSpPr>
        <p:spPr>
          <a:xfrm flipH="1" flipV="1">
            <a:off x="-1676400" y="-201930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TextBox 6">
            <a:extLst>
              <a:ext uri="{FF2B5EF4-FFF2-40B4-BE49-F238E27FC236}">
                <a16:creationId xmlns:a16="http://schemas.microsoft.com/office/drawing/2014/main" xmlns="" id="{3E5D3381-2417-FF5F-C74F-DB4DDC1F7E20}"/>
              </a:ext>
            </a:extLst>
          </p:cNvPr>
          <p:cNvSpPr txBox="1"/>
          <p:nvPr/>
        </p:nvSpPr>
        <p:spPr>
          <a:xfrm>
            <a:off x="4348750" y="-177150"/>
            <a:ext cx="9987683" cy="1641475"/>
          </a:xfrm>
          <a:prstGeom prst="rect">
            <a:avLst/>
          </a:prstGeom>
        </p:spPr>
        <p:txBody>
          <a:bodyPr lIns="0" tIns="0" rIns="0" bIns="0" rtlCol="0" anchor="t">
            <a:spAutoFit/>
          </a:bodyPr>
          <a:lstStyle/>
          <a:p>
            <a:pPr algn="ctr">
              <a:lnSpc>
                <a:spcPts val="12780"/>
              </a:lnSpc>
            </a:pPr>
            <a:r>
              <a:rPr lang="en-US" sz="9129" b="1" dirty="0">
                <a:solidFill>
                  <a:srgbClr val="0166C2"/>
                </a:solidFill>
                <a:latin typeface="Luktao Bold"/>
                <a:ea typeface="Luktao Bold"/>
                <a:cs typeface="Luktao Bold"/>
                <a:sym typeface="Luktao Bold"/>
              </a:rPr>
              <a:t>Advantage</a:t>
            </a:r>
          </a:p>
        </p:txBody>
      </p:sp>
      <p:sp>
        <p:nvSpPr>
          <p:cNvPr id="11" name="Freeform 11">
            <a:extLst>
              <a:ext uri="{FF2B5EF4-FFF2-40B4-BE49-F238E27FC236}">
                <a16:creationId xmlns:a16="http://schemas.microsoft.com/office/drawing/2014/main" xmlns="" id="{FDBF05BF-234F-055A-3799-7662336A7F33}"/>
              </a:ext>
            </a:extLst>
          </p:cNvPr>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8" name="TextBox 7">
            <a:extLst>
              <a:ext uri="{FF2B5EF4-FFF2-40B4-BE49-F238E27FC236}">
                <a16:creationId xmlns:a16="http://schemas.microsoft.com/office/drawing/2014/main" xmlns="" id="{371754E3-18F0-6C20-791B-2DFA14194C5B}"/>
              </a:ext>
            </a:extLst>
          </p:cNvPr>
          <p:cNvSpPr txBox="1"/>
          <p:nvPr/>
        </p:nvSpPr>
        <p:spPr>
          <a:xfrm>
            <a:off x="6019800" y="1041794"/>
            <a:ext cx="7627620" cy="5175263"/>
          </a:xfrm>
          <a:prstGeom prst="rect">
            <a:avLst/>
          </a:prstGeom>
          <a:noFill/>
        </p:spPr>
        <p:txBody>
          <a:bodyPr wrap="square">
            <a:spAutoFit/>
          </a:bodyPr>
          <a:lstStyle/>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Reduces human effort.</a:t>
            </a:r>
          </a:p>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Improves safety.</a:t>
            </a:r>
          </a:p>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Flexible movement.</a:t>
            </a:r>
          </a:p>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Affordable design.</a:t>
            </a:r>
          </a:p>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Simple construction and maintenance.</a:t>
            </a:r>
            <a:endParaRPr lang="en-US" dirty="0"/>
          </a:p>
        </p:txBody>
      </p:sp>
      <p:sp>
        <p:nvSpPr>
          <p:cNvPr id="12" name="Plaque 11">
            <a:extLst>
              <a:ext uri="{FF2B5EF4-FFF2-40B4-BE49-F238E27FC236}">
                <a16:creationId xmlns:a16="http://schemas.microsoft.com/office/drawing/2014/main" xmlns="" id="{85F4DFBA-871A-016D-2003-485775A12428}"/>
              </a:ext>
            </a:extLst>
          </p:cNvPr>
          <p:cNvSpPr/>
          <p:nvPr/>
        </p:nvSpPr>
        <p:spPr>
          <a:xfrm>
            <a:off x="16471722" y="8725695"/>
            <a:ext cx="1219200" cy="1161202"/>
          </a:xfrm>
          <a:prstGeom prst="plaque">
            <a:avLst/>
          </a:prstGeom>
          <a:solidFill>
            <a:srgbClr val="CCFF99"/>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5400" b="1" dirty="0">
                <a:latin typeface="Times New Roman" panose="02020603050405020304" pitchFamily="18" charset="0"/>
                <a:cs typeface="Times New Roman" panose="02020603050405020304" pitchFamily="18" charset="0"/>
              </a:rPr>
              <a:t>13</a:t>
            </a:r>
          </a:p>
        </p:txBody>
      </p:sp>
      <p:sp>
        <p:nvSpPr>
          <p:cNvPr id="7" name="object 14">
            <a:extLst>
              <a:ext uri="{FF2B5EF4-FFF2-40B4-BE49-F238E27FC236}">
                <a16:creationId xmlns:a16="http://schemas.microsoft.com/office/drawing/2014/main" xmlns="" id="{C10BC112-88E7-EA11-30BB-CB5D314921AB}"/>
              </a:ext>
            </a:extLst>
          </p:cNvPr>
          <p:cNvSpPr txBox="1"/>
          <p:nvPr/>
        </p:nvSpPr>
        <p:spPr>
          <a:xfrm>
            <a:off x="831568" y="9846070"/>
            <a:ext cx="3333115" cy="228268"/>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spcBef>
                <a:spcPts val="95"/>
              </a:spcBef>
            </a:pPr>
            <a:r>
              <a:rPr lang="en-US" sz="1400" b="1" spc="-5" dirty="0" err="1">
                <a:latin typeface="Times New Roman" panose="02020603050405020304" pitchFamily="18" charset="0"/>
                <a:cs typeface="Times New Roman" panose="02020603050405020304" pitchFamily="18" charset="0"/>
              </a:rPr>
              <a:t>Bogura</a:t>
            </a:r>
            <a:r>
              <a:rPr lang="en-US" sz="1400" b="1" spc="-5" dirty="0">
                <a:latin typeface="Times New Roman" panose="02020603050405020304" pitchFamily="18" charset="0"/>
                <a:cs typeface="Times New Roman" panose="02020603050405020304" pitchFamily="18" charset="0"/>
              </a:rPr>
              <a:t> Polytechnic Institute</a:t>
            </a:r>
            <a:endParaRPr lang="en-US" sz="1400" b="1"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xmlns="" id="{80A3EC0A-8E16-FB41-D736-48D1539E9FD4}"/>
              </a:ext>
            </a:extLst>
          </p:cNvPr>
          <p:cNvPicPr>
            <a:picLocks noChangeAspect="1"/>
          </p:cNvPicPr>
          <p:nvPr/>
        </p:nvPicPr>
        <p:blipFill>
          <a:blip r:embed="rId10" cstate="print"/>
          <a:stretch>
            <a:fillRect/>
          </a:stretch>
        </p:blipFill>
        <p:spPr>
          <a:xfrm>
            <a:off x="3657600" y="9627518"/>
            <a:ext cx="659482" cy="659482"/>
          </a:xfrm>
          <a:prstGeom prst="rect">
            <a:avLst/>
          </a:prstGeom>
        </p:spPr>
      </p:pic>
      <p:sp>
        <p:nvSpPr>
          <p:cNvPr id="14" name="Date Placeholder 17">
            <a:extLst>
              <a:ext uri="{FF2B5EF4-FFF2-40B4-BE49-F238E27FC236}">
                <a16:creationId xmlns:a16="http://schemas.microsoft.com/office/drawing/2014/main" xmlns="" id="{41234173-4554-1490-A589-77B787807534}"/>
              </a:ext>
            </a:extLst>
          </p:cNvPr>
          <p:cNvSpPr>
            <a:spLocks noGrp="1"/>
          </p:cNvSpPr>
          <p:nvPr>
            <p:ph type="dt" sz="half" idx="10"/>
          </p:nvPr>
        </p:nvSpPr>
        <p:spPr>
          <a:xfrm>
            <a:off x="12115800" y="9633885"/>
            <a:ext cx="2914650" cy="365125"/>
          </a:xfrm>
        </p:spPr>
        <p:txBody>
          <a:bodyPr/>
          <a:lstStyle/>
          <a:p>
            <a:fld id="{ABF22844-196D-4EFA-A506-38085BB37A3A}" type="datetime2">
              <a:rPr lang="en-US" sz="1600" b="1" smtClean="0">
                <a:solidFill>
                  <a:schemeClr val="tx1"/>
                </a:solidFill>
                <a:latin typeface="Times New Roman" panose="02020603050405020304" pitchFamily="18" charset="0"/>
                <a:cs typeface="Times New Roman" panose="02020603050405020304" pitchFamily="18" charset="0"/>
              </a:rPr>
              <a:pPr/>
              <a:t>Sunday, December 28, 2025</a:t>
            </a:fld>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99010633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a:extLst>
            <a:ext uri="{FF2B5EF4-FFF2-40B4-BE49-F238E27FC236}">
              <a16:creationId xmlns:a16="http://schemas.microsoft.com/office/drawing/2014/main" xmlns="" id="{7CF372B5-B452-5246-4581-235B3B226C9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xmlns="" id="{B870F880-AB2D-CD0B-1553-643CD028CB61}"/>
              </a:ext>
            </a:extLst>
          </p:cNvPr>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a:extLst>
              <a:ext uri="{FF2B5EF4-FFF2-40B4-BE49-F238E27FC236}">
                <a16:creationId xmlns:a16="http://schemas.microsoft.com/office/drawing/2014/main" xmlns="" id="{181EA799-2590-FFEA-8945-C62F231774AD}"/>
              </a:ext>
            </a:extLst>
          </p:cNvPr>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a:extLst>
              <a:ext uri="{FF2B5EF4-FFF2-40B4-BE49-F238E27FC236}">
                <a16:creationId xmlns:a16="http://schemas.microsoft.com/office/drawing/2014/main" xmlns="" id="{88477290-6742-5628-4B52-B38D64C2686F}"/>
              </a:ext>
            </a:extLst>
          </p:cNvPr>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a:extLst>
              <a:ext uri="{FF2B5EF4-FFF2-40B4-BE49-F238E27FC236}">
                <a16:creationId xmlns:a16="http://schemas.microsoft.com/office/drawing/2014/main" xmlns="" id="{1FDC7AFC-C172-6F88-A950-88FD1DB96D13}"/>
              </a:ext>
            </a:extLst>
          </p:cNvPr>
          <p:cNvSpPr/>
          <p:nvPr/>
        </p:nvSpPr>
        <p:spPr>
          <a:xfrm flipH="1" flipV="1">
            <a:off x="-1676400" y="-201930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TextBox 6">
            <a:extLst>
              <a:ext uri="{FF2B5EF4-FFF2-40B4-BE49-F238E27FC236}">
                <a16:creationId xmlns:a16="http://schemas.microsoft.com/office/drawing/2014/main" xmlns="" id="{ED256B14-CCC5-AD67-E491-07EE44E1D7D8}"/>
              </a:ext>
            </a:extLst>
          </p:cNvPr>
          <p:cNvSpPr txBox="1"/>
          <p:nvPr/>
        </p:nvSpPr>
        <p:spPr>
          <a:xfrm>
            <a:off x="4348750" y="-177150"/>
            <a:ext cx="9987683" cy="1485022"/>
          </a:xfrm>
          <a:prstGeom prst="rect">
            <a:avLst/>
          </a:prstGeom>
        </p:spPr>
        <p:txBody>
          <a:bodyPr lIns="0" tIns="0" rIns="0" bIns="0" rtlCol="0" anchor="t">
            <a:spAutoFit/>
          </a:bodyPr>
          <a:lstStyle/>
          <a:p>
            <a:pPr algn="ctr">
              <a:lnSpc>
                <a:spcPts val="12780"/>
              </a:lnSpc>
            </a:pPr>
            <a:r>
              <a:rPr lang="en-US" sz="6600" b="1" dirty="0">
                <a:solidFill>
                  <a:srgbClr val="0166C2"/>
                </a:solidFill>
                <a:latin typeface="Luktao Bold"/>
                <a:ea typeface="Luktao Bold"/>
                <a:cs typeface="Luktao Bold"/>
                <a:sym typeface="Luktao Bold"/>
              </a:rPr>
              <a:t>Features of the System</a:t>
            </a:r>
          </a:p>
        </p:txBody>
      </p:sp>
      <p:sp>
        <p:nvSpPr>
          <p:cNvPr id="11" name="Freeform 11">
            <a:extLst>
              <a:ext uri="{FF2B5EF4-FFF2-40B4-BE49-F238E27FC236}">
                <a16:creationId xmlns:a16="http://schemas.microsoft.com/office/drawing/2014/main" xmlns="" id="{A33E6EB1-A801-129F-176F-092D844738B3}"/>
              </a:ext>
            </a:extLst>
          </p:cNvPr>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8" name="TextBox 7">
            <a:extLst>
              <a:ext uri="{FF2B5EF4-FFF2-40B4-BE49-F238E27FC236}">
                <a16:creationId xmlns:a16="http://schemas.microsoft.com/office/drawing/2014/main" xmlns="" id="{3EA52EB0-A29B-93F8-2C81-923F237808C7}"/>
              </a:ext>
            </a:extLst>
          </p:cNvPr>
          <p:cNvSpPr txBox="1"/>
          <p:nvPr/>
        </p:nvSpPr>
        <p:spPr>
          <a:xfrm>
            <a:off x="6019800" y="1041794"/>
            <a:ext cx="7627620" cy="6221703"/>
          </a:xfrm>
          <a:prstGeom prst="rect">
            <a:avLst/>
          </a:prstGeom>
          <a:noFill/>
        </p:spPr>
        <p:txBody>
          <a:bodyPr wrap="square">
            <a:spAutoFit/>
          </a:bodyPr>
          <a:lstStyle/>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Wireless operation.</a:t>
            </a:r>
          </a:p>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Easy to control.</a:t>
            </a:r>
          </a:p>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Low power consumption.</a:t>
            </a:r>
          </a:p>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Low cost.</a:t>
            </a:r>
          </a:p>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Compact and portable design.</a:t>
            </a:r>
          </a:p>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Accurate object manipulation.</a:t>
            </a:r>
            <a:endParaRPr lang="en-US" dirty="0"/>
          </a:p>
        </p:txBody>
      </p:sp>
      <p:sp>
        <p:nvSpPr>
          <p:cNvPr id="12" name="Plaque 11">
            <a:extLst>
              <a:ext uri="{FF2B5EF4-FFF2-40B4-BE49-F238E27FC236}">
                <a16:creationId xmlns:a16="http://schemas.microsoft.com/office/drawing/2014/main" xmlns="" id="{81D36FB5-8076-87C7-F435-4D02FC053852}"/>
              </a:ext>
            </a:extLst>
          </p:cNvPr>
          <p:cNvSpPr/>
          <p:nvPr/>
        </p:nvSpPr>
        <p:spPr>
          <a:xfrm>
            <a:off x="16471722" y="8725695"/>
            <a:ext cx="1219200" cy="1161202"/>
          </a:xfrm>
          <a:prstGeom prst="plaque">
            <a:avLst/>
          </a:prstGeom>
          <a:solidFill>
            <a:srgbClr val="CCFF99"/>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5400" b="1" dirty="0">
                <a:latin typeface="Times New Roman" panose="02020603050405020304" pitchFamily="18" charset="0"/>
                <a:cs typeface="Times New Roman" panose="02020603050405020304" pitchFamily="18" charset="0"/>
              </a:rPr>
              <a:t>14</a:t>
            </a:r>
          </a:p>
        </p:txBody>
      </p:sp>
      <p:sp>
        <p:nvSpPr>
          <p:cNvPr id="7" name="object 14">
            <a:extLst>
              <a:ext uri="{FF2B5EF4-FFF2-40B4-BE49-F238E27FC236}">
                <a16:creationId xmlns:a16="http://schemas.microsoft.com/office/drawing/2014/main" xmlns="" id="{9E6D8492-F54D-3A2D-2777-AA4E88CD42D2}"/>
              </a:ext>
            </a:extLst>
          </p:cNvPr>
          <p:cNvSpPr txBox="1"/>
          <p:nvPr/>
        </p:nvSpPr>
        <p:spPr>
          <a:xfrm>
            <a:off x="831568" y="9846070"/>
            <a:ext cx="3333115" cy="228268"/>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spcBef>
                <a:spcPts val="95"/>
              </a:spcBef>
            </a:pPr>
            <a:r>
              <a:rPr lang="en-US" sz="1400" b="1" spc="-5" dirty="0" err="1">
                <a:latin typeface="Times New Roman" panose="02020603050405020304" pitchFamily="18" charset="0"/>
                <a:cs typeface="Times New Roman" panose="02020603050405020304" pitchFamily="18" charset="0"/>
              </a:rPr>
              <a:t>Bogura</a:t>
            </a:r>
            <a:r>
              <a:rPr lang="en-US" sz="1400" b="1" spc="-5" dirty="0">
                <a:latin typeface="Times New Roman" panose="02020603050405020304" pitchFamily="18" charset="0"/>
                <a:cs typeface="Times New Roman" panose="02020603050405020304" pitchFamily="18" charset="0"/>
              </a:rPr>
              <a:t> Polytechnic Institute</a:t>
            </a:r>
            <a:endParaRPr lang="en-US" sz="1400" b="1"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xmlns="" id="{C8D78FD2-4800-5348-D6D1-F4AD40387FCD}"/>
              </a:ext>
            </a:extLst>
          </p:cNvPr>
          <p:cNvPicPr>
            <a:picLocks noChangeAspect="1"/>
          </p:cNvPicPr>
          <p:nvPr/>
        </p:nvPicPr>
        <p:blipFill>
          <a:blip r:embed="rId10" cstate="print"/>
          <a:stretch>
            <a:fillRect/>
          </a:stretch>
        </p:blipFill>
        <p:spPr>
          <a:xfrm>
            <a:off x="3657600" y="9627518"/>
            <a:ext cx="659482" cy="659482"/>
          </a:xfrm>
          <a:prstGeom prst="rect">
            <a:avLst/>
          </a:prstGeom>
        </p:spPr>
      </p:pic>
      <p:sp>
        <p:nvSpPr>
          <p:cNvPr id="14" name="Date Placeholder 17">
            <a:extLst>
              <a:ext uri="{FF2B5EF4-FFF2-40B4-BE49-F238E27FC236}">
                <a16:creationId xmlns:a16="http://schemas.microsoft.com/office/drawing/2014/main" xmlns="" id="{0262258E-9CBD-652A-B216-208E034429D9}"/>
              </a:ext>
            </a:extLst>
          </p:cNvPr>
          <p:cNvSpPr>
            <a:spLocks noGrp="1"/>
          </p:cNvSpPr>
          <p:nvPr>
            <p:ph type="dt" sz="half" idx="10"/>
          </p:nvPr>
        </p:nvSpPr>
        <p:spPr>
          <a:xfrm>
            <a:off x="12115800" y="9633885"/>
            <a:ext cx="2914650" cy="365125"/>
          </a:xfrm>
        </p:spPr>
        <p:txBody>
          <a:bodyPr/>
          <a:lstStyle/>
          <a:p>
            <a:fld id="{ABF22844-196D-4EFA-A506-38085BB37A3A}" type="datetime2">
              <a:rPr lang="en-US" sz="1600" b="1" smtClean="0">
                <a:solidFill>
                  <a:schemeClr val="tx1"/>
                </a:solidFill>
                <a:latin typeface="Times New Roman" panose="02020603050405020304" pitchFamily="18" charset="0"/>
                <a:cs typeface="Times New Roman" panose="02020603050405020304" pitchFamily="18" charset="0"/>
              </a:rPr>
              <a:pPr/>
              <a:t>Sunday, December 28, 2025</a:t>
            </a:fld>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19882490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a:extLst>
            <a:ext uri="{FF2B5EF4-FFF2-40B4-BE49-F238E27FC236}">
              <a16:creationId xmlns:a16="http://schemas.microsoft.com/office/drawing/2014/main" xmlns="" id="{C40D0486-A9E8-E25F-C9BB-EF19F4056CB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xmlns="" id="{3C1CEC27-1D17-AE35-F630-A62B92141E17}"/>
              </a:ext>
            </a:extLst>
          </p:cNvPr>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a:extLst>
              <a:ext uri="{FF2B5EF4-FFF2-40B4-BE49-F238E27FC236}">
                <a16:creationId xmlns:a16="http://schemas.microsoft.com/office/drawing/2014/main" xmlns="" id="{6262C58B-3888-93CF-F784-25BA5E91384A}"/>
              </a:ext>
            </a:extLst>
          </p:cNvPr>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a:extLst>
              <a:ext uri="{FF2B5EF4-FFF2-40B4-BE49-F238E27FC236}">
                <a16:creationId xmlns:a16="http://schemas.microsoft.com/office/drawing/2014/main" xmlns="" id="{444820FB-F32C-581E-D532-A4569B32DACA}"/>
              </a:ext>
            </a:extLst>
          </p:cNvPr>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a:extLst>
              <a:ext uri="{FF2B5EF4-FFF2-40B4-BE49-F238E27FC236}">
                <a16:creationId xmlns:a16="http://schemas.microsoft.com/office/drawing/2014/main" xmlns="" id="{DD92C8F0-E32E-CF14-F7F4-951DFB524A74}"/>
              </a:ext>
            </a:extLst>
          </p:cNvPr>
          <p:cNvSpPr/>
          <p:nvPr/>
        </p:nvSpPr>
        <p:spPr>
          <a:xfrm flipH="1" flipV="1">
            <a:off x="-1676400" y="-201930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TextBox 6">
            <a:extLst>
              <a:ext uri="{FF2B5EF4-FFF2-40B4-BE49-F238E27FC236}">
                <a16:creationId xmlns:a16="http://schemas.microsoft.com/office/drawing/2014/main" xmlns="" id="{F199D755-6136-DB19-4024-70669612F68F}"/>
              </a:ext>
            </a:extLst>
          </p:cNvPr>
          <p:cNvSpPr txBox="1"/>
          <p:nvPr/>
        </p:nvSpPr>
        <p:spPr>
          <a:xfrm>
            <a:off x="4348750" y="-177150"/>
            <a:ext cx="9987683" cy="1641475"/>
          </a:xfrm>
          <a:prstGeom prst="rect">
            <a:avLst/>
          </a:prstGeom>
        </p:spPr>
        <p:txBody>
          <a:bodyPr lIns="0" tIns="0" rIns="0" bIns="0" rtlCol="0" anchor="t">
            <a:spAutoFit/>
          </a:bodyPr>
          <a:lstStyle/>
          <a:p>
            <a:pPr algn="ctr">
              <a:lnSpc>
                <a:spcPts val="12780"/>
              </a:lnSpc>
            </a:pPr>
            <a:r>
              <a:rPr lang="en-US" sz="9129" b="1" dirty="0">
                <a:solidFill>
                  <a:srgbClr val="0166C2"/>
                </a:solidFill>
                <a:latin typeface="Luktao Bold"/>
                <a:ea typeface="Luktao Bold"/>
                <a:cs typeface="Luktao Bold"/>
                <a:sym typeface="Luktao Bold"/>
              </a:rPr>
              <a:t>Limitation</a:t>
            </a:r>
          </a:p>
        </p:txBody>
      </p:sp>
      <p:sp>
        <p:nvSpPr>
          <p:cNvPr id="11" name="Freeform 11">
            <a:extLst>
              <a:ext uri="{FF2B5EF4-FFF2-40B4-BE49-F238E27FC236}">
                <a16:creationId xmlns:a16="http://schemas.microsoft.com/office/drawing/2014/main" xmlns="" id="{41E216C0-52DD-59C6-974F-A698511EE742}"/>
              </a:ext>
            </a:extLst>
          </p:cNvPr>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8" name="TextBox 7">
            <a:extLst>
              <a:ext uri="{FF2B5EF4-FFF2-40B4-BE49-F238E27FC236}">
                <a16:creationId xmlns:a16="http://schemas.microsoft.com/office/drawing/2014/main" xmlns="" id="{ACDBD888-EBFE-389C-75E4-648DB97ED68D}"/>
              </a:ext>
            </a:extLst>
          </p:cNvPr>
          <p:cNvSpPr txBox="1"/>
          <p:nvPr/>
        </p:nvSpPr>
        <p:spPr>
          <a:xfrm>
            <a:off x="6257925" y="1052298"/>
            <a:ext cx="11772900" cy="4128823"/>
          </a:xfrm>
          <a:prstGeom prst="rect">
            <a:avLst/>
          </a:prstGeom>
          <a:noFill/>
        </p:spPr>
        <p:txBody>
          <a:bodyPr wrap="square">
            <a:spAutoFit/>
          </a:bodyPr>
          <a:lstStyle/>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Limited load carrying capacity.</a:t>
            </a:r>
          </a:p>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Short wireless range.</a:t>
            </a:r>
          </a:p>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Not suitable for heavy industrial work.</a:t>
            </a:r>
          </a:p>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Accuracy depends on servo quality.</a:t>
            </a:r>
            <a:endParaRPr lang="en-US" dirty="0"/>
          </a:p>
        </p:txBody>
      </p:sp>
      <p:sp>
        <p:nvSpPr>
          <p:cNvPr id="10" name="Plaque 9">
            <a:extLst>
              <a:ext uri="{FF2B5EF4-FFF2-40B4-BE49-F238E27FC236}">
                <a16:creationId xmlns:a16="http://schemas.microsoft.com/office/drawing/2014/main" xmlns="" id="{12FDBA82-8C89-D5C6-B8E1-30970F47FEC0}"/>
              </a:ext>
            </a:extLst>
          </p:cNvPr>
          <p:cNvSpPr/>
          <p:nvPr/>
        </p:nvSpPr>
        <p:spPr>
          <a:xfrm>
            <a:off x="16471722" y="8725695"/>
            <a:ext cx="1219200" cy="1161202"/>
          </a:xfrm>
          <a:prstGeom prst="plaque">
            <a:avLst/>
          </a:prstGeom>
          <a:solidFill>
            <a:srgbClr val="CCFF99"/>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5400" b="1" dirty="0">
                <a:latin typeface="Times New Roman" panose="02020603050405020304" pitchFamily="18" charset="0"/>
                <a:cs typeface="Times New Roman" panose="02020603050405020304" pitchFamily="18" charset="0"/>
              </a:rPr>
              <a:t>15</a:t>
            </a:r>
          </a:p>
        </p:txBody>
      </p:sp>
      <p:sp>
        <p:nvSpPr>
          <p:cNvPr id="12" name="object 14">
            <a:extLst>
              <a:ext uri="{FF2B5EF4-FFF2-40B4-BE49-F238E27FC236}">
                <a16:creationId xmlns:a16="http://schemas.microsoft.com/office/drawing/2014/main" xmlns="" id="{F1AA2BE7-75E7-A5C7-6E45-98B3DCFDB96B}"/>
              </a:ext>
            </a:extLst>
          </p:cNvPr>
          <p:cNvSpPr txBox="1"/>
          <p:nvPr/>
        </p:nvSpPr>
        <p:spPr>
          <a:xfrm>
            <a:off x="831568" y="9846070"/>
            <a:ext cx="3333115" cy="228268"/>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spcBef>
                <a:spcPts val="95"/>
              </a:spcBef>
            </a:pPr>
            <a:r>
              <a:rPr lang="en-US" sz="1400" b="1" spc="-5" dirty="0" err="1">
                <a:latin typeface="Times New Roman" panose="02020603050405020304" pitchFamily="18" charset="0"/>
                <a:cs typeface="Times New Roman" panose="02020603050405020304" pitchFamily="18" charset="0"/>
              </a:rPr>
              <a:t>Bogura</a:t>
            </a:r>
            <a:r>
              <a:rPr lang="en-US" sz="1400" b="1" spc="-5" dirty="0">
                <a:latin typeface="Times New Roman" panose="02020603050405020304" pitchFamily="18" charset="0"/>
                <a:cs typeface="Times New Roman" panose="02020603050405020304" pitchFamily="18" charset="0"/>
              </a:rPr>
              <a:t> Polytechnic Institute</a:t>
            </a:r>
            <a:endParaRPr lang="en-US" sz="1400" b="1"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xmlns="" id="{DAA358CE-B26F-88AB-69C4-B1705A31CD40}"/>
              </a:ext>
            </a:extLst>
          </p:cNvPr>
          <p:cNvPicPr>
            <a:picLocks noChangeAspect="1"/>
          </p:cNvPicPr>
          <p:nvPr/>
        </p:nvPicPr>
        <p:blipFill>
          <a:blip r:embed="rId10" cstate="print"/>
          <a:stretch>
            <a:fillRect/>
          </a:stretch>
        </p:blipFill>
        <p:spPr>
          <a:xfrm>
            <a:off x="3657600" y="9627518"/>
            <a:ext cx="659482" cy="659482"/>
          </a:xfrm>
          <a:prstGeom prst="rect">
            <a:avLst/>
          </a:prstGeom>
        </p:spPr>
      </p:pic>
      <p:sp>
        <p:nvSpPr>
          <p:cNvPr id="14" name="Date Placeholder 17">
            <a:extLst>
              <a:ext uri="{FF2B5EF4-FFF2-40B4-BE49-F238E27FC236}">
                <a16:creationId xmlns:a16="http://schemas.microsoft.com/office/drawing/2014/main" xmlns="" id="{A6D53B2B-6889-E636-7E80-9B275AFCFF8C}"/>
              </a:ext>
            </a:extLst>
          </p:cNvPr>
          <p:cNvSpPr>
            <a:spLocks noGrp="1"/>
          </p:cNvSpPr>
          <p:nvPr>
            <p:ph type="dt" sz="half" idx="10"/>
          </p:nvPr>
        </p:nvSpPr>
        <p:spPr>
          <a:xfrm>
            <a:off x="12115800" y="9633885"/>
            <a:ext cx="2914650" cy="365125"/>
          </a:xfrm>
        </p:spPr>
        <p:txBody>
          <a:bodyPr/>
          <a:lstStyle/>
          <a:p>
            <a:fld id="{ABF22844-196D-4EFA-A506-38085BB37A3A}" type="datetime2">
              <a:rPr lang="en-US" sz="1600" b="1" smtClean="0">
                <a:solidFill>
                  <a:schemeClr val="tx1"/>
                </a:solidFill>
                <a:latin typeface="Times New Roman" panose="02020603050405020304" pitchFamily="18" charset="0"/>
                <a:cs typeface="Times New Roman" panose="02020603050405020304" pitchFamily="18" charset="0"/>
              </a:rPr>
              <a:pPr/>
              <a:t>Sunday, December 28, 2025</a:t>
            </a:fld>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35156652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a:extLst>
            <a:ext uri="{FF2B5EF4-FFF2-40B4-BE49-F238E27FC236}">
              <a16:creationId xmlns:a16="http://schemas.microsoft.com/office/drawing/2014/main" xmlns="" id="{E5630A37-A8A8-9D41-4078-04ECEC1A548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xmlns="" id="{393A38D0-21C7-B2DC-CF01-6D725677D17D}"/>
              </a:ext>
            </a:extLst>
          </p:cNvPr>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a:extLst>
              <a:ext uri="{FF2B5EF4-FFF2-40B4-BE49-F238E27FC236}">
                <a16:creationId xmlns:a16="http://schemas.microsoft.com/office/drawing/2014/main" xmlns="" id="{9B590729-C7ED-BFFD-4C49-3D66161E1F13}"/>
              </a:ext>
            </a:extLst>
          </p:cNvPr>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a:extLst>
              <a:ext uri="{FF2B5EF4-FFF2-40B4-BE49-F238E27FC236}">
                <a16:creationId xmlns:a16="http://schemas.microsoft.com/office/drawing/2014/main" xmlns="" id="{366B3958-0C89-1268-F281-2D527443BA1C}"/>
              </a:ext>
            </a:extLst>
          </p:cNvPr>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a:extLst>
              <a:ext uri="{FF2B5EF4-FFF2-40B4-BE49-F238E27FC236}">
                <a16:creationId xmlns:a16="http://schemas.microsoft.com/office/drawing/2014/main" xmlns="" id="{EE8404B5-F976-ED42-B8AF-9C3E27F4E2B5}"/>
              </a:ext>
            </a:extLst>
          </p:cNvPr>
          <p:cNvSpPr/>
          <p:nvPr/>
        </p:nvSpPr>
        <p:spPr>
          <a:xfrm flipH="1" flipV="1">
            <a:off x="-1676400" y="-201930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TextBox 6">
            <a:extLst>
              <a:ext uri="{FF2B5EF4-FFF2-40B4-BE49-F238E27FC236}">
                <a16:creationId xmlns:a16="http://schemas.microsoft.com/office/drawing/2014/main" xmlns="" id="{00FED3E8-BA1E-0B92-164F-5B0161461D0A}"/>
              </a:ext>
            </a:extLst>
          </p:cNvPr>
          <p:cNvSpPr txBox="1"/>
          <p:nvPr/>
        </p:nvSpPr>
        <p:spPr>
          <a:xfrm>
            <a:off x="4348750" y="-177150"/>
            <a:ext cx="9987683" cy="1641475"/>
          </a:xfrm>
          <a:prstGeom prst="rect">
            <a:avLst/>
          </a:prstGeom>
        </p:spPr>
        <p:txBody>
          <a:bodyPr lIns="0" tIns="0" rIns="0" bIns="0" rtlCol="0" anchor="t">
            <a:spAutoFit/>
          </a:bodyPr>
          <a:lstStyle/>
          <a:p>
            <a:pPr algn="ctr">
              <a:lnSpc>
                <a:spcPts val="12780"/>
              </a:lnSpc>
            </a:pPr>
            <a:r>
              <a:rPr lang="en-US" sz="9129" b="1" dirty="0">
                <a:solidFill>
                  <a:srgbClr val="0166C2"/>
                </a:solidFill>
                <a:latin typeface="Luktao Bold"/>
                <a:ea typeface="Luktao Bold"/>
                <a:cs typeface="Luktao Bold"/>
                <a:sym typeface="Luktao Bold"/>
              </a:rPr>
              <a:t>Future Scope</a:t>
            </a:r>
          </a:p>
        </p:txBody>
      </p:sp>
      <p:sp>
        <p:nvSpPr>
          <p:cNvPr id="11" name="Freeform 11">
            <a:extLst>
              <a:ext uri="{FF2B5EF4-FFF2-40B4-BE49-F238E27FC236}">
                <a16:creationId xmlns:a16="http://schemas.microsoft.com/office/drawing/2014/main" xmlns="" id="{5867575A-2E0A-CA36-A60E-11F4EB17DF7A}"/>
              </a:ext>
            </a:extLst>
          </p:cNvPr>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8" name="TextBox 7">
            <a:extLst>
              <a:ext uri="{FF2B5EF4-FFF2-40B4-BE49-F238E27FC236}">
                <a16:creationId xmlns:a16="http://schemas.microsoft.com/office/drawing/2014/main" xmlns="" id="{72595F0C-2542-5284-FEA6-CECEF3D070A7}"/>
              </a:ext>
            </a:extLst>
          </p:cNvPr>
          <p:cNvSpPr txBox="1"/>
          <p:nvPr/>
        </p:nvSpPr>
        <p:spPr>
          <a:xfrm>
            <a:off x="6257925" y="1167419"/>
            <a:ext cx="11772900" cy="4128823"/>
          </a:xfrm>
          <a:prstGeom prst="rect">
            <a:avLst/>
          </a:prstGeom>
          <a:noFill/>
        </p:spPr>
        <p:txBody>
          <a:bodyPr wrap="square">
            <a:spAutoFit/>
          </a:bodyPr>
          <a:lstStyle/>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Increase load capacity.</a:t>
            </a:r>
          </a:p>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Add camera for visual monitoring.</a:t>
            </a:r>
          </a:p>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Improve wireless range.</a:t>
            </a:r>
          </a:p>
          <a:p>
            <a:pPr marL="457200" indent="-457200" algn="just">
              <a:lnSpc>
                <a:spcPct val="200000"/>
              </a:lnSpc>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Use AI for automatic control.</a:t>
            </a:r>
            <a:endParaRPr lang="en-US" dirty="0"/>
          </a:p>
        </p:txBody>
      </p:sp>
      <p:sp>
        <p:nvSpPr>
          <p:cNvPr id="10" name="Plaque 9">
            <a:extLst>
              <a:ext uri="{FF2B5EF4-FFF2-40B4-BE49-F238E27FC236}">
                <a16:creationId xmlns:a16="http://schemas.microsoft.com/office/drawing/2014/main" xmlns="" id="{135BF53F-EF6A-188E-56E6-B41C9F76191A}"/>
              </a:ext>
            </a:extLst>
          </p:cNvPr>
          <p:cNvSpPr/>
          <p:nvPr/>
        </p:nvSpPr>
        <p:spPr>
          <a:xfrm>
            <a:off x="16471722" y="8725695"/>
            <a:ext cx="1219200" cy="1161202"/>
          </a:xfrm>
          <a:prstGeom prst="plaque">
            <a:avLst/>
          </a:prstGeom>
          <a:solidFill>
            <a:srgbClr val="CCFF99"/>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5400" b="1" dirty="0">
                <a:latin typeface="Times New Roman" panose="02020603050405020304" pitchFamily="18" charset="0"/>
                <a:cs typeface="Times New Roman" panose="02020603050405020304" pitchFamily="18" charset="0"/>
              </a:rPr>
              <a:t>16</a:t>
            </a:r>
          </a:p>
        </p:txBody>
      </p:sp>
      <p:sp>
        <p:nvSpPr>
          <p:cNvPr id="12" name="object 14">
            <a:extLst>
              <a:ext uri="{FF2B5EF4-FFF2-40B4-BE49-F238E27FC236}">
                <a16:creationId xmlns:a16="http://schemas.microsoft.com/office/drawing/2014/main" xmlns="" id="{34FAED68-88B8-782D-9126-97E9E419C7CD}"/>
              </a:ext>
            </a:extLst>
          </p:cNvPr>
          <p:cNvSpPr txBox="1"/>
          <p:nvPr/>
        </p:nvSpPr>
        <p:spPr>
          <a:xfrm>
            <a:off x="831568" y="9846070"/>
            <a:ext cx="3333115" cy="228268"/>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spcBef>
                <a:spcPts val="95"/>
              </a:spcBef>
            </a:pPr>
            <a:r>
              <a:rPr lang="en-US" sz="1400" b="1" spc="-5" dirty="0" err="1">
                <a:latin typeface="Times New Roman" panose="02020603050405020304" pitchFamily="18" charset="0"/>
                <a:cs typeface="Times New Roman" panose="02020603050405020304" pitchFamily="18" charset="0"/>
              </a:rPr>
              <a:t>Bogura</a:t>
            </a:r>
            <a:r>
              <a:rPr lang="en-US" sz="1400" b="1" spc="-5" dirty="0">
                <a:latin typeface="Times New Roman" panose="02020603050405020304" pitchFamily="18" charset="0"/>
                <a:cs typeface="Times New Roman" panose="02020603050405020304" pitchFamily="18" charset="0"/>
              </a:rPr>
              <a:t> Polytechnic Institute</a:t>
            </a:r>
            <a:endParaRPr lang="en-US" sz="1400" b="1"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xmlns="" id="{228069B1-DCD7-7E09-F509-7690147814A6}"/>
              </a:ext>
            </a:extLst>
          </p:cNvPr>
          <p:cNvPicPr>
            <a:picLocks noChangeAspect="1"/>
          </p:cNvPicPr>
          <p:nvPr/>
        </p:nvPicPr>
        <p:blipFill>
          <a:blip r:embed="rId10" cstate="print"/>
          <a:stretch>
            <a:fillRect/>
          </a:stretch>
        </p:blipFill>
        <p:spPr>
          <a:xfrm>
            <a:off x="3657600" y="9627518"/>
            <a:ext cx="659482" cy="659482"/>
          </a:xfrm>
          <a:prstGeom prst="rect">
            <a:avLst/>
          </a:prstGeom>
        </p:spPr>
      </p:pic>
      <p:sp>
        <p:nvSpPr>
          <p:cNvPr id="14" name="Date Placeholder 17">
            <a:extLst>
              <a:ext uri="{FF2B5EF4-FFF2-40B4-BE49-F238E27FC236}">
                <a16:creationId xmlns:a16="http://schemas.microsoft.com/office/drawing/2014/main" xmlns="" id="{0BE73FD6-9596-2E6D-3C9B-F83466E4B49C}"/>
              </a:ext>
            </a:extLst>
          </p:cNvPr>
          <p:cNvSpPr>
            <a:spLocks noGrp="1"/>
          </p:cNvSpPr>
          <p:nvPr>
            <p:ph type="dt" sz="half" idx="10"/>
          </p:nvPr>
        </p:nvSpPr>
        <p:spPr>
          <a:xfrm>
            <a:off x="12115800" y="9633885"/>
            <a:ext cx="2914650" cy="365125"/>
          </a:xfrm>
        </p:spPr>
        <p:txBody>
          <a:bodyPr/>
          <a:lstStyle/>
          <a:p>
            <a:fld id="{ABF22844-196D-4EFA-A506-38085BB37A3A}" type="datetime2">
              <a:rPr lang="en-US" sz="1600" b="1" smtClean="0">
                <a:solidFill>
                  <a:schemeClr val="tx1"/>
                </a:solidFill>
                <a:latin typeface="Times New Roman" panose="02020603050405020304" pitchFamily="18" charset="0"/>
                <a:cs typeface="Times New Roman" panose="02020603050405020304" pitchFamily="18" charset="0"/>
              </a:rPr>
              <a:pPr/>
              <a:t>Sunday, December 28, 2025</a:t>
            </a:fld>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9680261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a:extLst>
            <a:ext uri="{FF2B5EF4-FFF2-40B4-BE49-F238E27FC236}">
              <a16:creationId xmlns:a16="http://schemas.microsoft.com/office/drawing/2014/main" xmlns="" id="{DD9028E9-D5D6-FC67-7090-6B7AB13B0F8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xmlns="" id="{78A507B7-7D51-8433-ACA3-29AC0FED28FB}"/>
              </a:ext>
            </a:extLst>
          </p:cNvPr>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a:extLst>
              <a:ext uri="{FF2B5EF4-FFF2-40B4-BE49-F238E27FC236}">
                <a16:creationId xmlns:a16="http://schemas.microsoft.com/office/drawing/2014/main" xmlns="" id="{234FE7D9-9850-0066-3F1F-5E9691DFC074}"/>
              </a:ext>
            </a:extLst>
          </p:cNvPr>
          <p:cNvSpPr/>
          <p:nvPr/>
        </p:nvSpPr>
        <p:spPr>
          <a:xfrm>
            <a:off x="9144000" y="-2705100"/>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a:extLst>
              <a:ext uri="{FF2B5EF4-FFF2-40B4-BE49-F238E27FC236}">
                <a16:creationId xmlns:a16="http://schemas.microsoft.com/office/drawing/2014/main" xmlns="" id="{1A69A43C-604D-71BC-2F5F-71D5BD6B979A}"/>
              </a:ext>
            </a:extLst>
          </p:cNvPr>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a:extLst>
              <a:ext uri="{FF2B5EF4-FFF2-40B4-BE49-F238E27FC236}">
                <a16:creationId xmlns:a16="http://schemas.microsoft.com/office/drawing/2014/main" xmlns="" id="{088D5C5E-11CD-FD43-007F-EF70D65E1CBA}"/>
              </a:ext>
            </a:extLst>
          </p:cNvPr>
          <p:cNvSpPr/>
          <p:nvPr/>
        </p:nvSpPr>
        <p:spPr>
          <a:xfrm flipH="1" flipV="1">
            <a:off x="-1676400" y="-201930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TextBox 6">
            <a:extLst>
              <a:ext uri="{FF2B5EF4-FFF2-40B4-BE49-F238E27FC236}">
                <a16:creationId xmlns:a16="http://schemas.microsoft.com/office/drawing/2014/main" xmlns="" id="{5F164935-23D9-A2E1-ECF0-437ECDB096EF}"/>
              </a:ext>
            </a:extLst>
          </p:cNvPr>
          <p:cNvSpPr txBox="1"/>
          <p:nvPr/>
        </p:nvSpPr>
        <p:spPr>
          <a:xfrm>
            <a:off x="4348750" y="-177150"/>
            <a:ext cx="9987683" cy="1461939"/>
          </a:xfrm>
          <a:prstGeom prst="rect">
            <a:avLst/>
          </a:prstGeom>
        </p:spPr>
        <p:txBody>
          <a:bodyPr lIns="0" tIns="0" rIns="0" bIns="0" rtlCol="0" anchor="t">
            <a:spAutoFit/>
          </a:bodyPr>
          <a:lstStyle/>
          <a:p>
            <a:pPr algn="ctr">
              <a:lnSpc>
                <a:spcPts val="12780"/>
              </a:lnSpc>
            </a:pPr>
            <a:r>
              <a:rPr lang="en-US" sz="6000" b="1" dirty="0">
                <a:solidFill>
                  <a:srgbClr val="0166C2"/>
                </a:solidFill>
                <a:latin typeface="Luktao Bold"/>
                <a:ea typeface="Luktao Bold"/>
                <a:cs typeface="Luktao Bold"/>
                <a:sym typeface="Luktao Bold"/>
              </a:rPr>
              <a:t>Complete Hardware Setup </a:t>
            </a:r>
          </a:p>
        </p:txBody>
      </p:sp>
      <p:sp>
        <p:nvSpPr>
          <p:cNvPr id="11" name="Freeform 11">
            <a:extLst>
              <a:ext uri="{FF2B5EF4-FFF2-40B4-BE49-F238E27FC236}">
                <a16:creationId xmlns:a16="http://schemas.microsoft.com/office/drawing/2014/main" xmlns="" id="{91999616-D35A-ED1D-EA2D-6D622025F73E}"/>
              </a:ext>
            </a:extLst>
          </p:cNvPr>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0" name="Plaque 9">
            <a:extLst>
              <a:ext uri="{FF2B5EF4-FFF2-40B4-BE49-F238E27FC236}">
                <a16:creationId xmlns:a16="http://schemas.microsoft.com/office/drawing/2014/main" xmlns="" id="{3AA4B851-781A-E290-BFE0-54B23EB61BAC}"/>
              </a:ext>
            </a:extLst>
          </p:cNvPr>
          <p:cNvSpPr/>
          <p:nvPr/>
        </p:nvSpPr>
        <p:spPr>
          <a:xfrm>
            <a:off x="16471722" y="8725695"/>
            <a:ext cx="1219200" cy="1161202"/>
          </a:xfrm>
          <a:prstGeom prst="plaque">
            <a:avLst/>
          </a:prstGeom>
          <a:solidFill>
            <a:srgbClr val="CCFF99"/>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5400" b="1" dirty="0">
                <a:latin typeface="Times New Roman" panose="02020603050405020304" pitchFamily="18" charset="0"/>
                <a:cs typeface="Times New Roman" panose="02020603050405020304" pitchFamily="18" charset="0"/>
              </a:rPr>
              <a:t>17</a:t>
            </a:r>
          </a:p>
        </p:txBody>
      </p:sp>
      <p:pic>
        <p:nvPicPr>
          <p:cNvPr id="13" name="Picture 12">
            <a:extLst>
              <a:ext uri="{FF2B5EF4-FFF2-40B4-BE49-F238E27FC236}">
                <a16:creationId xmlns:a16="http://schemas.microsoft.com/office/drawing/2014/main" xmlns="" id="{52150AF7-F205-75CB-D3D6-A4FB3C3FD735}"/>
              </a:ext>
            </a:extLst>
          </p:cNvPr>
          <p:cNvPicPr>
            <a:picLocks noChangeAspect="1"/>
          </p:cNvPicPr>
          <p:nvPr/>
        </p:nvPicPr>
        <p:blipFill>
          <a:blip r:embed="rId10">
            <a:extLst>
              <a:ext uri="{28A0092B-C50C-407E-A947-70E740481C1C}">
                <a14:useLocalDpi xmlns:a14="http://schemas.microsoft.com/office/drawing/2010/main" xmlns="" val="0"/>
              </a:ext>
            </a:extLst>
          </a:blip>
          <a:stretch>
            <a:fillRect/>
          </a:stretch>
        </p:blipFill>
        <p:spPr>
          <a:xfrm rot="16200000">
            <a:off x="799117" y="1326494"/>
            <a:ext cx="5874405" cy="5874405"/>
          </a:xfrm>
          <a:prstGeom prst="rect">
            <a:avLst/>
          </a:prstGeom>
        </p:spPr>
      </p:pic>
      <p:sp>
        <p:nvSpPr>
          <p:cNvPr id="14" name="Rectangle 13">
            <a:extLst>
              <a:ext uri="{FF2B5EF4-FFF2-40B4-BE49-F238E27FC236}">
                <a16:creationId xmlns:a16="http://schemas.microsoft.com/office/drawing/2014/main" xmlns="" id="{BC8E77DF-8B3E-DC9B-CADC-9157234605F1}"/>
              </a:ext>
            </a:extLst>
          </p:cNvPr>
          <p:cNvSpPr/>
          <p:nvPr/>
        </p:nvSpPr>
        <p:spPr>
          <a:xfrm>
            <a:off x="762000" y="1905000"/>
            <a:ext cx="420084" cy="10287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A1327924-E07F-1B79-1A8D-78DE2C5D0D2B}"/>
              </a:ext>
            </a:extLst>
          </p:cNvPr>
          <p:cNvSpPr/>
          <p:nvPr/>
        </p:nvSpPr>
        <p:spPr>
          <a:xfrm>
            <a:off x="1143000" y="2227844"/>
            <a:ext cx="304800" cy="24865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xmlns="" id="{8FF56E92-8820-4862-68FE-38D10828A5AD}"/>
              </a:ext>
            </a:extLst>
          </p:cNvPr>
          <p:cNvPicPr>
            <a:picLocks noChangeAspect="1"/>
          </p:cNvPicPr>
          <p:nvPr/>
        </p:nvPicPr>
        <p:blipFill>
          <a:blip r:embed="rId11">
            <a:extLst>
              <a:ext uri="{28A0092B-C50C-407E-A947-70E740481C1C}">
                <a14:useLocalDpi xmlns:a14="http://schemas.microsoft.com/office/drawing/2010/main" xmlns="" val="0"/>
              </a:ext>
            </a:extLst>
          </a:blip>
          <a:stretch>
            <a:fillRect/>
          </a:stretch>
        </p:blipFill>
        <p:spPr>
          <a:xfrm>
            <a:off x="11377966" y="2276940"/>
            <a:ext cx="5874407" cy="4390560"/>
          </a:xfrm>
          <a:prstGeom prst="rect">
            <a:avLst/>
          </a:prstGeom>
        </p:spPr>
      </p:pic>
      <p:pic>
        <p:nvPicPr>
          <p:cNvPr id="18" name="Picture 17">
            <a:extLst>
              <a:ext uri="{FF2B5EF4-FFF2-40B4-BE49-F238E27FC236}">
                <a16:creationId xmlns:a16="http://schemas.microsoft.com/office/drawing/2014/main" xmlns="" id="{8FEC94A1-2D5B-BAD8-BDE7-13D1E6F300BF}"/>
              </a:ext>
            </a:extLst>
          </p:cNvPr>
          <p:cNvPicPr>
            <a:picLocks noChangeAspect="1"/>
          </p:cNvPicPr>
          <p:nvPr/>
        </p:nvPicPr>
        <p:blipFill>
          <a:blip r:embed="rId12"/>
          <a:stretch>
            <a:fillRect/>
          </a:stretch>
        </p:blipFill>
        <p:spPr>
          <a:xfrm>
            <a:off x="7094432" y="1545424"/>
            <a:ext cx="3379794" cy="5853591"/>
          </a:xfrm>
          <a:prstGeom prst="rect">
            <a:avLst/>
          </a:prstGeom>
        </p:spPr>
      </p:pic>
      <p:sp>
        <p:nvSpPr>
          <p:cNvPr id="19" name="TextBox 18">
            <a:extLst>
              <a:ext uri="{FF2B5EF4-FFF2-40B4-BE49-F238E27FC236}">
                <a16:creationId xmlns:a16="http://schemas.microsoft.com/office/drawing/2014/main" xmlns="" id="{F3EE0AFD-5917-2512-22AA-EF209A0DDB33}"/>
              </a:ext>
            </a:extLst>
          </p:cNvPr>
          <p:cNvSpPr txBox="1"/>
          <p:nvPr/>
        </p:nvSpPr>
        <p:spPr>
          <a:xfrm>
            <a:off x="1788940" y="7110891"/>
            <a:ext cx="377366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Fig:1:Transmission Section</a:t>
            </a:r>
          </a:p>
        </p:txBody>
      </p:sp>
      <p:sp>
        <p:nvSpPr>
          <p:cNvPr id="20" name="TextBox 19">
            <a:extLst>
              <a:ext uri="{FF2B5EF4-FFF2-40B4-BE49-F238E27FC236}">
                <a16:creationId xmlns:a16="http://schemas.microsoft.com/office/drawing/2014/main" xmlns="" id="{778EF5B3-3362-5197-E200-ABF0455FBA7A}"/>
              </a:ext>
            </a:extLst>
          </p:cNvPr>
          <p:cNvSpPr txBox="1"/>
          <p:nvPr/>
        </p:nvSpPr>
        <p:spPr>
          <a:xfrm>
            <a:off x="12585871" y="6739235"/>
            <a:ext cx="377366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Fig:2:Receiver Section</a:t>
            </a:r>
          </a:p>
        </p:txBody>
      </p:sp>
      <p:sp>
        <p:nvSpPr>
          <p:cNvPr id="21" name="TextBox 20">
            <a:extLst>
              <a:ext uri="{FF2B5EF4-FFF2-40B4-BE49-F238E27FC236}">
                <a16:creationId xmlns:a16="http://schemas.microsoft.com/office/drawing/2014/main" xmlns="" id="{F76C3651-743F-7630-1DC3-1D8D0123F569}"/>
              </a:ext>
            </a:extLst>
          </p:cNvPr>
          <p:cNvSpPr txBox="1"/>
          <p:nvPr/>
        </p:nvSpPr>
        <p:spPr>
          <a:xfrm>
            <a:off x="6818140" y="7505700"/>
            <a:ext cx="377366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Fig:3:Mobile Control</a:t>
            </a:r>
          </a:p>
        </p:txBody>
      </p:sp>
      <p:sp>
        <p:nvSpPr>
          <p:cNvPr id="22" name="object 14">
            <a:extLst>
              <a:ext uri="{FF2B5EF4-FFF2-40B4-BE49-F238E27FC236}">
                <a16:creationId xmlns:a16="http://schemas.microsoft.com/office/drawing/2014/main" xmlns="" id="{BCB37FD5-212A-7A28-185B-0E76A0B3B6C9}"/>
              </a:ext>
            </a:extLst>
          </p:cNvPr>
          <p:cNvSpPr txBox="1"/>
          <p:nvPr/>
        </p:nvSpPr>
        <p:spPr>
          <a:xfrm>
            <a:off x="831568" y="9846070"/>
            <a:ext cx="3333115" cy="228268"/>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spcBef>
                <a:spcPts val="95"/>
              </a:spcBef>
            </a:pPr>
            <a:r>
              <a:rPr lang="en-US" sz="1400" b="1" spc="-5" dirty="0" err="1">
                <a:latin typeface="Times New Roman" panose="02020603050405020304" pitchFamily="18" charset="0"/>
                <a:cs typeface="Times New Roman" panose="02020603050405020304" pitchFamily="18" charset="0"/>
              </a:rPr>
              <a:t>Bogura</a:t>
            </a:r>
            <a:r>
              <a:rPr lang="en-US" sz="1400" b="1" spc="-5" dirty="0">
                <a:latin typeface="Times New Roman" panose="02020603050405020304" pitchFamily="18" charset="0"/>
                <a:cs typeface="Times New Roman" panose="02020603050405020304" pitchFamily="18" charset="0"/>
              </a:rPr>
              <a:t> Polytechnic Institute</a:t>
            </a:r>
            <a:endParaRPr lang="en-US" sz="1400" b="1" dirty="0">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xmlns="" id="{469BB120-D74A-D4E8-39E7-DEFAA56A3B40}"/>
              </a:ext>
            </a:extLst>
          </p:cNvPr>
          <p:cNvPicPr>
            <a:picLocks noChangeAspect="1"/>
          </p:cNvPicPr>
          <p:nvPr/>
        </p:nvPicPr>
        <p:blipFill>
          <a:blip r:embed="rId13" cstate="print"/>
          <a:stretch>
            <a:fillRect/>
          </a:stretch>
        </p:blipFill>
        <p:spPr>
          <a:xfrm>
            <a:off x="3657600" y="9627518"/>
            <a:ext cx="659482" cy="659482"/>
          </a:xfrm>
          <a:prstGeom prst="rect">
            <a:avLst/>
          </a:prstGeom>
        </p:spPr>
      </p:pic>
      <p:sp>
        <p:nvSpPr>
          <p:cNvPr id="24" name="Date Placeholder 17">
            <a:extLst>
              <a:ext uri="{FF2B5EF4-FFF2-40B4-BE49-F238E27FC236}">
                <a16:creationId xmlns:a16="http://schemas.microsoft.com/office/drawing/2014/main" xmlns="" id="{B61BBF65-3ED2-3E69-EC66-46F8D5954FBE}"/>
              </a:ext>
            </a:extLst>
          </p:cNvPr>
          <p:cNvSpPr>
            <a:spLocks noGrp="1"/>
          </p:cNvSpPr>
          <p:nvPr>
            <p:ph type="dt" sz="half" idx="10"/>
          </p:nvPr>
        </p:nvSpPr>
        <p:spPr>
          <a:xfrm>
            <a:off x="12115800" y="9633885"/>
            <a:ext cx="2914650" cy="365125"/>
          </a:xfrm>
        </p:spPr>
        <p:txBody>
          <a:bodyPr/>
          <a:lstStyle/>
          <a:p>
            <a:fld id="{ABF22844-196D-4EFA-A506-38085BB37A3A}" type="datetime2">
              <a:rPr lang="en-US" sz="1600" b="1" smtClean="0">
                <a:solidFill>
                  <a:schemeClr val="tx1"/>
                </a:solidFill>
                <a:latin typeface="Times New Roman" panose="02020603050405020304" pitchFamily="18" charset="0"/>
                <a:cs typeface="Times New Roman" panose="02020603050405020304" pitchFamily="18" charset="0"/>
              </a:rPr>
              <a:pPr/>
              <a:t>Sunday, December 28, 2025</a:t>
            </a:fld>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2838690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a:extLst>
            <a:ext uri="{FF2B5EF4-FFF2-40B4-BE49-F238E27FC236}">
              <a16:creationId xmlns:a16="http://schemas.microsoft.com/office/drawing/2014/main" xmlns="" id="{7822BB80-783A-0BA4-D8D3-C494B933D18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xmlns="" id="{0DDC7177-5BCB-15A2-AB77-15F4182F2EBB}"/>
              </a:ext>
            </a:extLst>
          </p:cNvPr>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a:extLst>
              <a:ext uri="{FF2B5EF4-FFF2-40B4-BE49-F238E27FC236}">
                <a16:creationId xmlns:a16="http://schemas.microsoft.com/office/drawing/2014/main" xmlns="" id="{D3A33FBA-CC70-DB7B-A117-AA2C1F0DD3F8}"/>
              </a:ext>
            </a:extLst>
          </p:cNvPr>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a:extLst>
              <a:ext uri="{FF2B5EF4-FFF2-40B4-BE49-F238E27FC236}">
                <a16:creationId xmlns:a16="http://schemas.microsoft.com/office/drawing/2014/main" xmlns="" id="{87D056E6-839A-0BCA-8892-20DB63912AAE}"/>
              </a:ext>
            </a:extLst>
          </p:cNvPr>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a:extLst>
              <a:ext uri="{FF2B5EF4-FFF2-40B4-BE49-F238E27FC236}">
                <a16:creationId xmlns:a16="http://schemas.microsoft.com/office/drawing/2014/main" xmlns="" id="{A8ED383E-24FA-7120-59DE-57CB635C8AD2}"/>
              </a:ext>
            </a:extLst>
          </p:cNvPr>
          <p:cNvSpPr/>
          <p:nvPr/>
        </p:nvSpPr>
        <p:spPr>
          <a:xfrm flipH="1" flipV="1">
            <a:off x="-1676400" y="-201930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TextBox 6">
            <a:extLst>
              <a:ext uri="{FF2B5EF4-FFF2-40B4-BE49-F238E27FC236}">
                <a16:creationId xmlns:a16="http://schemas.microsoft.com/office/drawing/2014/main" xmlns="" id="{EFF09AD2-7A58-D5CB-4B7F-9019F1C12CE1}"/>
              </a:ext>
            </a:extLst>
          </p:cNvPr>
          <p:cNvSpPr txBox="1"/>
          <p:nvPr/>
        </p:nvSpPr>
        <p:spPr>
          <a:xfrm>
            <a:off x="4348750" y="-177150"/>
            <a:ext cx="9987683" cy="1641475"/>
          </a:xfrm>
          <a:prstGeom prst="rect">
            <a:avLst/>
          </a:prstGeom>
        </p:spPr>
        <p:txBody>
          <a:bodyPr lIns="0" tIns="0" rIns="0" bIns="0" rtlCol="0" anchor="t">
            <a:spAutoFit/>
          </a:bodyPr>
          <a:lstStyle/>
          <a:p>
            <a:pPr algn="ctr">
              <a:lnSpc>
                <a:spcPts val="12780"/>
              </a:lnSpc>
            </a:pPr>
            <a:r>
              <a:rPr lang="en-US" sz="9129" b="1" dirty="0">
                <a:solidFill>
                  <a:srgbClr val="0166C2"/>
                </a:solidFill>
                <a:latin typeface="Luktao Bold"/>
                <a:ea typeface="Luktao Bold"/>
                <a:cs typeface="Luktao Bold"/>
                <a:sym typeface="Luktao Bold"/>
              </a:rPr>
              <a:t>Conclusion</a:t>
            </a:r>
          </a:p>
        </p:txBody>
      </p:sp>
      <p:sp>
        <p:nvSpPr>
          <p:cNvPr id="11" name="Freeform 11">
            <a:extLst>
              <a:ext uri="{FF2B5EF4-FFF2-40B4-BE49-F238E27FC236}">
                <a16:creationId xmlns:a16="http://schemas.microsoft.com/office/drawing/2014/main" xmlns="" id="{940B851A-AE55-DBD2-D5C7-DEA55F57D21E}"/>
              </a:ext>
            </a:extLst>
          </p:cNvPr>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8" name="TextBox 7">
            <a:extLst>
              <a:ext uri="{FF2B5EF4-FFF2-40B4-BE49-F238E27FC236}">
                <a16:creationId xmlns:a16="http://schemas.microsoft.com/office/drawing/2014/main" xmlns="" id="{53CB8489-6621-0EAE-3973-415DD45566F7}"/>
              </a:ext>
            </a:extLst>
          </p:cNvPr>
          <p:cNvSpPr txBox="1"/>
          <p:nvPr/>
        </p:nvSpPr>
        <p:spPr>
          <a:xfrm>
            <a:off x="371474" y="1281319"/>
            <a:ext cx="17687925" cy="3082382"/>
          </a:xfrm>
          <a:prstGeom prst="rect">
            <a:avLst/>
          </a:prstGeom>
          <a:noFill/>
        </p:spPr>
        <p:txBody>
          <a:bodyPr wrap="square">
            <a:spAutoFit/>
          </a:bodyPr>
          <a:lstStyle/>
          <a:p>
            <a:pPr algn="just">
              <a:lnSpc>
                <a:spcPct val="200000"/>
              </a:lnSpc>
            </a:pPr>
            <a:r>
              <a:rPr lang="en-US" sz="3400" dirty="0">
                <a:latin typeface="Times New Roman" panose="02020603050405020304" pitchFamily="18" charset="0"/>
                <a:cs typeface="Times New Roman" panose="02020603050405020304" pitchFamily="18" charset="0"/>
              </a:rPr>
              <a:t>The project successfully demonstrates a wireless robotic arm. It performs precise object manipulation. Suitable for industrial and educational use. The system is cost-effective and reliable. This project enhances practical engineering skills</a:t>
            </a:r>
            <a:endParaRPr lang="en-US" dirty="0"/>
          </a:p>
        </p:txBody>
      </p:sp>
      <p:sp>
        <p:nvSpPr>
          <p:cNvPr id="10" name="Plaque 9">
            <a:extLst>
              <a:ext uri="{FF2B5EF4-FFF2-40B4-BE49-F238E27FC236}">
                <a16:creationId xmlns:a16="http://schemas.microsoft.com/office/drawing/2014/main" xmlns="" id="{E12FCF8D-C3B6-0778-86DE-A32F542F4C05}"/>
              </a:ext>
            </a:extLst>
          </p:cNvPr>
          <p:cNvSpPr/>
          <p:nvPr/>
        </p:nvSpPr>
        <p:spPr>
          <a:xfrm>
            <a:off x="16471722" y="8725695"/>
            <a:ext cx="1219200" cy="1161202"/>
          </a:xfrm>
          <a:prstGeom prst="plaque">
            <a:avLst/>
          </a:prstGeom>
          <a:solidFill>
            <a:srgbClr val="CCFF99"/>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5400" b="1" dirty="0">
                <a:latin typeface="Times New Roman" panose="02020603050405020304" pitchFamily="18" charset="0"/>
                <a:cs typeface="Times New Roman" panose="02020603050405020304" pitchFamily="18" charset="0"/>
              </a:rPr>
              <a:t>18</a:t>
            </a:r>
          </a:p>
        </p:txBody>
      </p:sp>
      <p:sp>
        <p:nvSpPr>
          <p:cNvPr id="12" name="object 14">
            <a:extLst>
              <a:ext uri="{FF2B5EF4-FFF2-40B4-BE49-F238E27FC236}">
                <a16:creationId xmlns:a16="http://schemas.microsoft.com/office/drawing/2014/main" xmlns="" id="{C41EEAA1-66E5-4C7E-4FC6-CCCB0459EBE4}"/>
              </a:ext>
            </a:extLst>
          </p:cNvPr>
          <p:cNvSpPr txBox="1"/>
          <p:nvPr/>
        </p:nvSpPr>
        <p:spPr>
          <a:xfrm>
            <a:off x="831568" y="9846070"/>
            <a:ext cx="3333115" cy="228268"/>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spcBef>
                <a:spcPts val="95"/>
              </a:spcBef>
            </a:pPr>
            <a:r>
              <a:rPr lang="en-US" sz="1400" b="1" spc="-5" dirty="0" err="1">
                <a:latin typeface="Times New Roman" panose="02020603050405020304" pitchFamily="18" charset="0"/>
                <a:cs typeface="Times New Roman" panose="02020603050405020304" pitchFamily="18" charset="0"/>
              </a:rPr>
              <a:t>Bogura</a:t>
            </a:r>
            <a:r>
              <a:rPr lang="en-US" sz="1400" b="1" spc="-5" dirty="0">
                <a:latin typeface="Times New Roman" panose="02020603050405020304" pitchFamily="18" charset="0"/>
                <a:cs typeface="Times New Roman" panose="02020603050405020304" pitchFamily="18" charset="0"/>
              </a:rPr>
              <a:t> Polytechnic Institute</a:t>
            </a:r>
            <a:endParaRPr lang="en-US" sz="1400" b="1"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xmlns="" id="{0684E566-CE5F-363A-F723-81C33EA52C88}"/>
              </a:ext>
            </a:extLst>
          </p:cNvPr>
          <p:cNvPicPr>
            <a:picLocks noChangeAspect="1"/>
          </p:cNvPicPr>
          <p:nvPr/>
        </p:nvPicPr>
        <p:blipFill>
          <a:blip r:embed="rId10" cstate="print"/>
          <a:stretch>
            <a:fillRect/>
          </a:stretch>
        </p:blipFill>
        <p:spPr>
          <a:xfrm>
            <a:off x="3657600" y="9627518"/>
            <a:ext cx="659482" cy="659482"/>
          </a:xfrm>
          <a:prstGeom prst="rect">
            <a:avLst/>
          </a:prstGeom>
        </p:spPr>
      </p:pic>
      <p:sp>
        <p:nvSpPr>
          <p:cNvPr id="14" name="Date Placeholder 17">
            <a:extLst>
              <a:ext uri="{FF2B5EF4-FFF2-40B4-BE49-F238E27FC236}">
                <a16:creationId xmlns:a16="http://schemas.microsoft.com/office/drawing/2014/main" xmlns="" id="{7DC71436-EAF3-D87D-1FC9-91DB98E77DF5}"/>
              </a:ext>
            </a:extLst>
          </p:cNvPr>
          <p:cNvSpPr>
            <a:spLocks noGrp="1"/>
          </p:cNvSpPr>
          <p:nvPr>
            <p:ph type="dt" sz="half" idx="10"/>
          </p:nvPr>
        </p:nvSpPr>
        <p:spPr>
          <a:xfrm>
            <a:off x="12115800" y="9633885"/>
            <a:ext cx="2914650" cy="365125"/>
          </a:xfrm>
        </p:spPr>
        <p:txBody>
          <a:bodyPr/>
          <a:lstStyle/>
          <a:p>
            <a:fld id="{ABF22844-196D-4EFA-A506-38085BB37A3A}" type="datetime2">
              <a:rPr lang="en-US" sz="1600" b="1" smtClean="0">
                <a:solidFill>
                  <a:schemeClr val="tx1"/>
                </a:solidFill>
                <a:latin typeface="Times New Roman" panose="02020603050405020304" pitchFamily="18" charset="0"/>
                <a:cs typeface="Times New Roman" panose="02020603050405020304" pitchFamily="18" charset="0"/>
              </a:rPr>
              <a:pPr/>
              <a:t>Sunday, December 28, 2025</a:t>
            </a:fld>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104569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Freeform 2"/>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flipH="1" flipV="1">
            <a:off x="-819150" y="-1605811"/>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 name="Freeform 5"/>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TextBox 7"/>
          <p:cNvSpPr txBox="1"/>
          <p:nvPr/>
        </p:nvSpPr>
        <p:spPr>
          <a:xfrm>
            <a:off x="2914790" y="4059268"/>
            <a:ext cx="12458420" cy="1949389"/>
          </a:xfrm>
          <a:prstGeom prst="rect">
            <a:avLst/>
          </a:prstGeom>
        </p:spPr>
        <p:txBody>
          <a:bodyPr lIns="0" tIns="0" rIns="0" bIns="0" rtlCol="0" anchor="t">
            <a:spAutoFit/>
          </a:bodyPr>
          <a:lstStyle/>
          <a:p>
            <a:pPr algn="ctr">
              <a:lnSpc>
                <a:spcPts val="15942"/>
              </a:lnSpc>
            </a:pPr>
            <a:r>
              <a:rPr lang="en-US" sz="11387" b="1" dirty="0">
                <a:solidFill>
                  <a:srgbClr val="0166C2"/>
                </a:solidFill>
                <a:latin typeface="Luktao Bold"/>
                <a:ea typeface="Luktao Bold"/>
                <a:cs typeface="Luktao Bold"/>
                <a:sym typeface="Luktao Bold"/>
              </a:rPr>
              <a:t>THANK YOU</a:t>
            </a:r>
          </a:p>
        </p:txBody>
      </p:sp>
      <p:sp>
        <p:nvSpPr>
          <p:cNvPr id="8" name="Freeform 8"/>
          <p:cNvSpPr/>
          <p:nvPr/>
        </p:nvSpPr>
        <p:spPr>
          <a:xfrm>
            <a:off x="604698" y="650011"/>
            <a:ext cx="2690952" cy="1345476"/>
          </a:xfrm>
          <a:custGeom>
            <a:avLst/>
            <a:gdLst/>
            <a:ahLst/>
            <a:cxnLst/>
            <a:rect l="l" t="t" r="r" b="b"/>
            <a:pathLst>
              <a:path w="2690952" h="1345476">
                <a:moveTo>
                  <a:pt x="0" y="0"/>
                </a:moveTo>
                <a:lnTo>
                  <a:pt x="2690952" y="0"/>
                </a:lnTo>
                <a:lnTo>
                  <a:pt x="2690952" y="1345476"/>
                </a:lnTo>
                <a:lnTo>
                  <a:pt x="0" y="1345476"/>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463</TotalTime>
  <Words>705</Words>
  <Application>Microsoft Office PowerPoint</Application>
  <PresentationFormat>Custom</PresentationFormat>
  <Paragraphs>225</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Times New Roman</vt:lpstr>
      <vt:lpstr>Calibri</vt:lpstr>
      <vt:lpstr>Wingdings</vt:lpstr>
      <vt:lpstr>Luktao Bold</vt:lpstr>
      <vt:lpstr>Nourd</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Riyad Hasan</dc:creator>
  <cp:lastModifiedBy>Riyad Hasan</cp:lastModifiedBy>
  <cp:revision>7</cp:revision>
  <dcterms:created xsi:type="dcterms:W3CDTF">2006-08-16T00:00:00Z</dcterms:created>
  <dcterms:modified xsi:type="dcterms:W3CDTF">2025-12-27T21:20:59Z</dcterms:modified>
  <dc:identifier>DAGsyZpFrDw</dc:identifier>
</cp:coreProperties>
</file>